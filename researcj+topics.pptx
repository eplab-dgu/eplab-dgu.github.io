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A87"/>
    <a:srgbClr val="D5ADBC"/>
    <a:srgbClr val="8AAFE0"/>
    <a:srgbClr val="0A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18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E60FA-D196-CD2B-CADC-97136D19C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DF85DE-5194-0D2F-1D2A-741EB730F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7F65EC-0F5E-0CA6-417E-2FE34A73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6E8033-3C22-83A0-42AF-0593AA3E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92DC3-823F-9671-1CD8-5D97F5D7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53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0A515-0748-64CE-22F7-5E2134DA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BB9634-AD3D-D4AC-2C14-A266EB3EF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A3FFB-EA30-5056-BFA6-B048014F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9A682-9DA2-C338-4520-8625DDC0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220FF5-C850-2BD9-4FBC-C7BC5777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79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08D1F-BCDB-CE1F-3081-FB686663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92A22-D6EB-29D5-4D99-C8ADBC71A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0B2848-62D3-10CC-A07A-54CE3371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24797D-4904-354C-6212-4584B94E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732FF-225F-16AB-CD65-DD31106F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75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D91D7-54CA-9E22-AD86-F174C0FB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DEBA4-2406-8F63-C0A5-2975DEBB6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4A94AF-62C1-8B5D-CAFF-C998C740E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6BBCC4-F67B-A411-E984-1249A30D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6D4BDB-CA67-6FE1-1F38-5B424A68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A38439-3000-B150-3B5B-8FE0809D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52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EF58F-588D-B183-E482-1FFF50A5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FC04BC-47B8-A9FA-82BA-8ABBF2BBE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918530-C012-D0DB-D018-987DA45DD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B4192E-5B5E-0D81-CD22-7071B767D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D5445A-797F-9F59-0A62-74E78D4E2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2E8238C-D082-2169-E409-8B977E6C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D49D86-D20D-C9BE-0D1B-178064E3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4F968E-4EFB-67CC-0B8F-F7187818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85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CCB3E-6342-FDE7-779F-507BF671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7852A2-8828-709F-D41B-8D591E3A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257351-763A-634F-F7E1-E9DE4AA2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A10C0F-EB82-1117-AD74-48817DEF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331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0E28E7-12DC-4B88-5D4D-A54939C4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C040B1-FF95-6041-EDEA-BF1DE62F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B7414-CAC8-E3A5-ACAA-C15E3D1B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12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118FC-FAEC-E189-3AC0-296F6FE3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F6CED-B7FB-8876-979E-0DFFFB066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1376F7-CF0A-C9C6-CF87-5439A5988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7266C7-A83D-F383-1B48-13DBB7CBA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88DFC8-4440-2B7B-82C9-128D924D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1BB9A-7DF3-273C-A426-3D6ADC73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18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BED5F-5BB5-921C-F15E-034E1CD4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6FC3B2-E5C1-99F6-55BF-146B3ECA6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5BE2C1-161C-9E94-C988-18BEEF8EF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8BDE46-C2CD-A9C9-9E2F-C0841277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1804DF-FCA8-E44A-D0C3-0E1A3D0F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4683A-2CFA-A522-82D1-46B63DB0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34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73D8D-23AC-C5CF-95CA-FE3AFD1B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6D39F2-D59B-BD7F-3391-52800A948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BAEF9C-7B1B-D33B-7ACA-A2D97C826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64703F-ECAE-FDDF-80FF-B6A4530D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1CECD2-CF19-B4CA-6C6A-2588432B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20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1540A0-A3B5-7AAB-6020-F11F745F0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76ED63-C2AB-C1BE-7736-05EE4913B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F0FBA-BB8A-F7F8-EF85-FA723F1C7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750CC-89B2-2788-37A2-C2EBA675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BDFF88-DCF0-EA2A-DE09-91E7447B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34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82C6DB-C28B-E2D6-8381-7204843E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FE13D1-8499-1917-14F5-3E43FFD6C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1D43A-B6F1-E5DE-652D-8E6DA6EB2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D7FA1D-3178-4D25-AB2F-4DF327154DB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A22FBF-15F2-7BB0-0A95-158A1B55C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76F399-ACC1-95D2-F944-B1B4CA7C5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8683-B2ED-4C9D-84CD-5EC56625E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69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B19FC0-FA14-90BE-1385-06BE881F4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233" y="1599944"/>
            <a:ext cx="5077534" cy="365811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75627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90C59227-2FCB-89EB-187A-D8F5D7181F8A}"/>
              </a:ext>
            </a:extLst>
          </p:cNvPr>
          <p:cNvSpPr/>
          <p:nvPr/>
        </p:nvSpPr>
        <p:spPr>
          <a:xfrm>
            <a:off x="3244977" y="577978"/>
            <a:ext cx="5702046" cy="57020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EAB095B-87F2-198A-9E49-4A78E05FD46A}"/>
              </a:ext>
            </a:extLst>
          </p:cNvPr>
          <p:cNvCxnSpPr>
            <a:cxnSpLocks/>
          </p:cNvCxnSpPr>
          <p:nvPr/>
        </p:nvCxnSpPr>
        <p:spPr>
          <a:xfrm>
            <a:off x="677466" y="3364706"/>
            <a:ext cx="1083706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F3FC7BA-150D-8E32-47E3-C7890DE122AB}"/>
              </a:ext>
            </a:extLst>
          </p:cNvPr>
          <p:cNvCxnSpPr>
            <a:cxnSpLocks/>
          </p:cNvCxnSpPr>
          <p:nvPr/>
        </p:nvCxnSpPr>
        <p:spPr>
          <a:xfrm flipV="1">
            <a:off x="6096000" y="321469"/>
            <a:ext cx="0" cy="621506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AE1490-C654-6164-D382-955E88AF8B4A}"/>
              </a:ext>
            </a:extLst>
          </p:cNvPr>
          <p:cNvSpPr txBox="1"/>
          <p:nvPr/>
        </p:nvSpPr>
        <p:spPr>
          <a:xfrm>
            <a:off x="614220" y="250030"/>
            <a:ext cx="273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Electromagnetic analysis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23403-C71B-2D8F-5806-FD3FA2CD946C}"/>
              </a:ext>
            </a:extLst>
          </p:cNvPr>
          <p:cNvSpPr txBox="1"/>
          <p:nvPr/>
        </p:nvSpPr>
        <p:spPr>
          <a:xfrm>
            <a:off x="9556384" y="25003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Thermal analysis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7C4C16-40F0-3B4F-605C-51FA9853D13D}"/>
              </a:ext>
            </a:extLst>
          </p:cNvPr>
          <p:cNvSpPr txBox="1"/>
          <p:nvPr/>
        </p:nvSpPr>
        <p:spPr>
          <a:xfrm>
            <a:off x="614220" y="6015037"/>
            <a:ext cx="30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Noise and Vibration analysis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E07E3-26F1-6D9F-996C-B5D574F93B3C}"/>
              </a:ext>
            </a:extLst>
          </p:cNvPr>
          <p:cNvSpPr txBox="1"/>
          <p:nvPr/>
        </p:nvSpPr>
        <p:spPr>
          <a:xfrm>
            <a:off x="9415320" y="6015037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Structural analysis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010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532B75DF-4DE3-0720-2441-8ACC847AA965}"/>
              </a:ext>
            </a:extLst>
          </p:cNvPr>
          <p:cNvSpPr/>
          <p:nvPr/>
        </p:nvSpPr>
        <p:spPr>
          <a:xfrm>
            <a:off x="38100" y="60961"/>
            <a:ext cx="12123420" cy="6720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C1AEDE5-19C4-1019-982F-4532E3A8D2BF}"/>
              </a:ext>
            </a:extLst>
          </p:cNvPr>
          <p:cNvGrpSpPr/>
          <p:nvPr/>
        </p:nvGrpSpPr>
        <p:grpSpPr>
          <a:xfrm>
            <a:off x="164798" y="1171464"/>
            <a:ext cx="2688130" cy="1411824"/>
            <a:chOff x="2099940" y="3222938"/>
            <a:chExt cx="2953275" cy="1551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9DC90F-A537-AFE8-6A9B-57E6CF1F893D}"/>
                </a:ext>
              </a:extLst>
            </p:cNvPr>
            <p:cNvSpPr/>
            <p:nvPr/>
          </p:nvSpPr>
          <p:spPr>
            <a:xfrm>
              <a:off x="2349660" y="3229952"/>
              <a:ext cx="2453833" cy="1513585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E3FA932-C8CD-517C-147A-06140FF86EBE}"/>
                </a:ext>
              </a:extLst>
            </p:cNvPr>
            <p:cNvSpPr/>
            <p:nvPr/>
          </p:nvSpPr>
          <p:spPr>
            <a:xfrm>
              <a:off x="2349661" y="3222938"/>
              <a:ext cx="2453833" cy="32119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19AC7EF7-2D28-4109-384A-192F113EADDF}"/>
                </a:ext>
              </a:extLst>
            </p:cNvPr>
            <p:cNvSpPr/>
            <p:nvPr/>
          </p:nvSpPr>
          <p:spPr>
            <a:xfrm>
              <a:off x="2099940" y="4505444"/>
              <a:ext cx="2953275" cy="268574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7779808-411F-C28F-FE97-AAA8054D3326}"/>
                </a:ext>
              </a:extLst>
            </p:cNvPr>
            <p:cNvSpPr/>
            <p:nvPr/>
          </p:nvSpPr>
          <p:spPr>
            <a:xfrm>
              <a:off x="2738577" y="4023360"/>
              <a:ext cx="1676001" cy="4820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163C298-B260-DCD0-2EEF-EE87DDE373E6}"/>
                </a:ext>
              </a:extLst>
            </p:cNvPr>
            <p:cNvSpPr/>
            <p:nvPr/>
          </p:nvSpPr>
          <p:spPr>
            <a:xfrm>
              <a:off x="2738577" y="3451860"/>
              <a:ext cx="1676001" cy="4820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5710178-FBE8-329D-92E6-25522AEAEBCB}"/>
                </a:ext>
              </a:extLst>
            </p:cNvPr>
            <p:cNvSpPr/>
            <p:nvPr/>
          </p:nvSpPr>
          <p:spPr>
            <a:xfrm>
              <a:off x="2461199" y="3793455"/>
              <a:ext cx="2230757" cy="3816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8AEE913-C2B6-3B30-C646-C826B42C15B6}"/>
                </a:ext>
              </a:extLst>
            </p:cNvPr>
            <p:cNvSpPr/>
            <p:nvPr/>
          </p:nvSpPr>
          <p:spPr>
            <a:xfrm>
              <a:off x="2461199" y="3732495"/>
              <a:ext cx="2230757" cy="3816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1C462AB-FA21-BB72-0AB0-18E01154E3F6}"/>
                </a:ext>
              </a:extLst>
            </p:cNvPr>
            <p:cNvSpPr/>
            <p:nvPr/>
          </p:nvSpPr>
          <p:spPr>
            <a:xfrm>
              <a:off x="2461199" y="3671535"/>
              <a:ext cx="2230757" cy="3816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ABF181A-42AE-030A-B88B-E2C9CCB64806}"/>
                </a:ext>
              </a:extLst>
            </p:cNvPr>
            <p:cNvSpPr/>
            <p:nvPr/>
          </p:nvSpPr>
          <p:spPr>
            <a:xfrm>
              <a:off x="2461199" y="3610575"/>
              <a:ext cx="2230757" cy="3816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62FDE0E-CBC8-1695-5811-5ECF49634CF2}"/>
                </a:ext>
              </a:extLst>
            </p:cNvPr>
            <p:cNvSpPr/>
            <p:nvPr/>
          </p:nvSpPr>
          <p:spPr>
            <a:xfrm>
              <a:off x="2738577" y="4118610"/>
              <a:ext cx="1676001" cy="152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1863E38-CD77-A9EA-C50C-BC25DE4A121D}"/>
                </a:ext>
              </a:extLst>
            </p:cNvPr>
            <p:cNvSpPr/>
            <p:nvPr/>
          </p:nvSpPr>
          <p:spPr>
            <a:xfrm>
              <a:off x="2472779" y="3295650"/>
              <a:ext cx="485477" cy="94816"/>
            </a:xfrm>
            <a:prstGeom prst="rect">
              <a:avLst/>
            </a:prstGeom>
            <a:solidFill>
              <a:srgbClr val="0A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BDEECCF-046C-BE42-C7E2-AA6656C5041F}"/>
                </a:ext>
              </a:extLst>
            </p:cNvPr>
            <p:cNvSpPr/>
            <p:nvPr/>
          </p:nvSpPr>
          <p:spPr>
            <a:xfrm>
              <a:off x="3050629" y="3295650"/>
              <a:ext cx="485477" cy="94816"/>
            </a:xfrm>
            <a:prstGeom prst="rect">
              <a:avLst/>
            </a:prstGeom>
            <a:solidFill>
              <a:srgbClr val="8AAF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14FC042-B116-285E-D390-CBE61806C544}"/>
                </a:ext>
              </a:extLst>
            </p:cNvPr>
            <p:cNvSpPr/>
            <p:nvPr/>
          </p:nvSpPr>
          <p:spPr>
            <a:xfrm>
              <a:off x="3628479" y="3295650"/>
              <a:ext cx="485477" cy="94816"/>
            </a:xfrm>
            <a:prstGeom prst="rect">
              <a:avLst/>
            </a:prstGeom>
            <a:solidFill>
              <a:srgbClr val="D5AD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F38F415-F417-C213-04BE-A9BA008D716B}"/>
                </a:ext>
              </a:extLst>
            </p:cNvPr>
            <p:cNvSpPr/>
            <p:nvPr/>
          </p:nvSpPr>
          <p:spPr>
            <a:xfrm>
              <a:off x="4206329" y="3295650"/>
              <a:ext cx="485477" cy="94816"/>
            </a:xfrm>
            <a:prstGeom prst="rect">
              <a:avLst/>
            </a:prstGeom>
            <a:solidFill>
              <a:srgbClr val="F2AA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7152277-C82E-B3CB-38D7-2F4F33063AE0}"/>
              </a:ext>
            </a:extLst>
          </p:cNvPr>
          <p:cNvGrpSpPr/>
          <p:nvPr/>
        </p:nvGrpSpPr>
        <p:grpSpPr>
          <a:xfrm>
            <a:off x="3106491" y="1171464"/>
            <a:ext cx="2843403" cy="1411780"/>
            <a:chOff x="3604331" y="3669505"/>
            <a:chExt cx="2843403" cy="14117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4CA82C8-4595-D615-7FB1-73B4F091864B}"/>
                </a:ext>
              </a:extLst>
            </p:cNvPr>
            <p:cNvSpPr/>
            <p:nvPr/>
          </p:nvSpPr>
          <p:spPr>
            <a:xfrm>
              <a:off x="3900999" y="3669505"/>
              <a:ext cx="2233528" cy="29236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BD772D8-B947-4512-D10F-15DA2D02F730}"/>
                </a:ext>
              </a:extLst>
            </p:cNvPr>
            <p:cNvSpPr/>
            <p:nvPr/>
          </p:nvSpPr>
          <p:spPr>
            <a:xfrm>
              <a:off x="4254999" y="4398065"/>
              <a:ext cx="1525530" cy="438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B47F6FE-61E9-6F96-BD6D-339084ECDB49}"/>
                </a:ext>
              </a:extLst>
            </p:cNvPr>
            <p:cNvSpPr/>
            <p:nvPr/>
          </p:nvSpPr>
          <p:spPr>
            <a:xfrm>
              <a:off x="4254999" y="3877874"/>
              <a:ext cx="1525530" cy="438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1D0F92A-A858-5D59-5DA8-4057F124142F}"/>
                </a:ext>
              </a:extLst>
            </p:cNvPr>
            <p:cNvSpPr/>
            <p:nvPr/>
          </p:nvSpPr>
          <p:spPr>
            <a:xfrm>
              <a:off x="4002524" y="4188801"/>
              <a:ext cx="2030480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D3A9D37-1F09-7E70-8FD2-F967D3149CCB}"/>
                </a:ext>
              </a:extLst>
            </p:cNvPr>
            <p:cNvSpPr/>
            <p:nvPr/>
          </p:nvSpPr>
          <p:spPr>
            <a:xfrm>
              <a:off x="4002524" y="4133314"/>
              <a:ext cx="2030480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480BDF1-D94C-907F-AED5-F31F04DF1C07}"/>
                </a:ext>
              </a:extLst>
            </p:cNvPr>
            <p:cNvSpPr/>
            <p:nvPr/>
          </p:nvSpPr>
          <p:spPr>
            <a:xfrm>
              <a:off x="4002524" y="4077827"/>
              <a:ext cx="2030480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8D4FDA1-B951-8655-84FE-3A025D1AC477}"/>
                </a:ext>
              </a:extLst>
            </p:cNvPr>
            <p:cNvSpPr/>
            <p:nvPr/>
          </p:nvSpPr>
          <p:spPr>
            <a:xfrm>
              <a:off x="4002524" y="4022340"/>
              <a:ext cx="2030480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D365124-FA11-98A9-C77D-B9EECA84DAB1}"/>
                </a:ext>
              </a:extLst>
            </p:cNvPr>
            <p:cNvSpPr/>
            <p:nvPr/>
          </p:nvSpPr>
          <p:spPr>
            <a:xfrm>
              <a:off x="4254999" y="4484764"/>
              <a:ext cx="1525530" cy="13871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203166D-CF4F-43A9-70DD-15CD5B26F6BA}"/>
                </a:ext>
              </a:extLst>
            </p:cNvPr>
            <p:cNvSpPr/>
            <p:nvPr/>
          </p:nvSpPr>
          <p:spPr>
            <a:xfrm>
              <a:off x="3604331" y="4060950"/>
              <a:ext cx="166461" cy="1109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AC78816-507F-0204-E6D2-F642C6C27006}"/>
                </a:ext>
              </a:extLst>
            </p:cNvPr>
            <p:cNvSpPr/>
            <p:nvPr/>
          </p:nvSpPr>
          <p:spPr>
            <a:xfrm>
              <a:off x="3880915" y="4047050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A0BAC22-B375-516A-B2EA-825D8D9C5411}"/>
                </a:ext>
              </a:extLst>
            </p:cNvPr>
            <p:cNvSpPr/>
            <p:nvPr/>
          </p:nvSpPr>
          <p:spPr>
            <a:xfrm>
              <a:off x="3967614" y="4021040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B8DC2CD-43FD-E239-53C7-684AD50C8CF3}"/>
                </a:ext>
              </a:extLst>
            </p:cNvPr>
            <p:cNvSpPr/>
            <p:nvPr/>
          </p:nvSpPr>
          <p:spPr>
            <a:xfrm>
              <a:off x="3790749" y="4074793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03F8A6E-3BD0-E575-C6C7-CD2BBB34DD6E}"/>
                </a:ext>
              </a:extLst>
            </p:cNvPr>
            <p:cNvSpPr/>
            <p:nvPr/>
          </p:nvSpPr>
          <p:spPr>
            <a:xfrm>
              <a:off x="3880915" y="4100803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A6BEE888-B4A8-0B90-0BAF-7D3A22CE4405}"/>
                </a:ext>
              </a:extLst>
            </p:cNvPr>
            <p:cNvSpPr/>
            <p:nvPr/>
          </p:nvSpPr>
          <p:spPr>
            <a:xfrm>
              <a:off x="3967614" y="4074793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B996D84-1050-D21A-B205-478FE91B7BA8}"/>
                </a:ext>
              </a:extLst>
            </p:cNvPr>
            <p:cNvSpPr/>
            <p:nvPr/>
          </p:nvSpPr>
          <p:spPr>
            <a:xfrm>
              <a:off x="3790749" y="4128546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75A1819-4EFC-4760-F798-4B35C5C2DE1A}"/>
                </a:ext>
              </a:extLst>
            </p:cNvPr>
            <p:cNvSpPr/>
            <p:nvPr/>
          </p:nvSpPr>
          <p:spPr>
            <a:xfrm>
              <a:off x="3880915" y="4154556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987A702-6F3A-9FAE-3AD7-8AB8B32909CA}"/>
                </a:ext>
              </a:extLst>
            </p:cNvPr>
            <p:cNvSpPr/>
            <p:nvPr/>
          </p:nvSpPr>
          <p:spPr>
            <a:xfrm>
              <a:off x="3967614" y="4128546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DF4E09E-48BD-477F-2B1D-A9C64C1937CA}"/>
                </a:ext>
              </a:extLst>
            </p:cNvPr>
            <p:cNvSpPr/>
            <p:nvPr/>
          </p:nvSpPr>
          <p:spPr>
            <a:xfrm>
              <a:off x="3967614" y="4178831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B8FF014-579E-B833-8EA9-CBF16BD1968C}"/>
                </a:ext>
              </a:extLst>
            </p:cNvPr>
            <p:cNvSpPr/>
            <p:nvPr/>
          </p:nvSpPr>
          <p:spPr>
            <a:xfrm rot="10800000">
              <a:off x="6281273" y="4059214"/>
              <a:ext cx="166461" cy="1109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B7823811-275E-C951-9E54-ABC31BE60270}"/>
                </a:ext>
              </a:extLst>
            </p:cNvPr>
            <p:cNvSpPr/>
            <p:nvPr/>
          </p:nvSpPr>
          <p:spPr>
            <a:xfrm rot="10800000">
              <a:off x="6100090" y="4152822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B5AACDA-12B1-C728-6EAA-7DAD2653238A}"/>
                </a:ext>
              </a:extLst>
            </p:cNvPr>
            <p:cNvSpPr/>
            <p:nvPr/>
          </p:nvSpPr>
          <p:spPr>
            <a:xfrm rot="10800000">
              <a:off x="6013392" y="4178831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8E5246F-72BC-2F72-1B51-94A46490BB29}"/>
                </a:ext>
              </a:extLst>
            </p:cNvPr>
            <p:cNvSpPr/>
            <p:nvPr/>
          </p:nvSpPr>
          <p:spPr>
            <a:xfrm rot="10800000">
              <a:off x="6190257" y="4125078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5098CB3-008E-5853-6375-B9F8F353A4AE}"/>
                </a:ext>
              </a:extLst>
            </p:cNvPr>
            <p:cNvSpPr/>
            <p:nvPr/>
          </p:nvSpPr>
          <p:spPr>
            <a:xfrm rot="10800000">
              <a:off x="6100090" y="4099069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C181984-7EA6-6AF5-9984-BD056251EFA5}"/>
                </a:ext>
              </a:extLst>
            </p:cNvPr>
            <p:cNvSpPr/>
            <p:nvPr/>
          </p:nvSpPr>
          <p:spPr>
            <a:xfrm rot="10800000">
              <a:off x="6013392" y="4125078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750BEAB-44FE-35FA-756A-153B33D30973}"/>
                </a:ext>
              </a:extLst>
            </p:cNvPr>
            <p:cNvSpPr/>
            <p:nvPr/>
          </p:nvSpPr>
          <p:spPr>
            <a:xfrm rot="10800000">
              <a:off x="6190257" y="4071325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A19D424-6E7C-5AA5-F72C-3C1FB659B103}"/>
                </a:ext>
              </a:extLst>
            </p:cNvPr>
            <p:cNvSpPr/>
            <p:nvPr/>
          </p:nvSpPr>
          <p:spPr>
            <a:xfrm rot="10800000">
              <a:off x="6100090" y="4045316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1B74321-4527-0ED0-7905-6F8DFFF0038D}"/>
                </a:ext>
              </a:extLst>
            </p:cNvPr>
            <p:cNvSpPr/>
            <p:nvPr/>
          </p:nvSpPr>
          <p:spPr>
            <a:xfrm rot="10800000">
              <a:off x="6013392" y="4071325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664C026-CBDE-8056-81D3-4BF93110605A}"/>
                </a:ext>
              </a:extLst>
            </p:cNvPr>
            <p:cNvSpPr/>
            <p:nvPr/>
          </p:nvSpPr>
          <p:spPr>
            <a:xfrm rot="10800000">
              <a:off x="6013392" y="4021040"/>
              <a:ext cx="71059" cy="31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BCA5991-A820-A7B5-55DA-68A05F62AF6D}"/>
                </a:ext>
              </a:extLst>
            </p:cNvPr>
            <p:cNvSpPr/>
            <p:nvPr/>
          </p:nvSpPr>
          <p:spPr>
            <a:xfrm>
              <a:off x="3900999" y="3680177"/>
              <a:ext cx="2233528" cy="1349024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CD198EC-7663-D274-ACF4-6BE7A586688C}"/>
                </a:ext>
              </a:extLst>
            </p:cNvPr>
            <p:cNvSpPr/>
            <p:nvPr/>
          </p:nvSpPr>
          <p:spPr>
            <a:xfrm>
              <a:off x="3681967" y="4836824"/>
              <a:ext cx="2688130" cy="244461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388A814-97E9-4B0E-C6CB-876B5AD95CAA}"/>
              </a:ext>
            </a:extLst>
          </p:cNvPr>
          <p:cNvGrpSpPr/>
          <p:nvPr/>
        </p:nvGrpSpPr>
        <p:grpSpPr>
          <a:xfrm>
            <a:off x="6216060" y="1170990"/>
            <a:ext cx="2688130" cy="1412254"/>
            <a:chOff x="6906940" y="3669031"/>
            <a:chExt cx="2688130" cy="1412254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6AE5C5B-82E9-C6A4-90B0-B6A6DAC01A7B}"/>
                </a:ext>
              </a:extLst>
            </p:cNvPr>
            <p:cNvSpPr/>
            <p:nvPr/>
          </p:nvSpPr>
          <p:spPr>
            <a:xfrm>
              <a:off x="7132598" y="3680177"/>
              <a:ext cx="2233528" cy="1349024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DCC8047-F4E6-C7CB-6D70-10B5C8CA2ECD}"/>
                </a:ext>
              </a:extLst>
            </p:cNvPr>
            <p:cNvSpPr/>
            <p:nvPr/>
          </p:nvSpPr>
          <p:spPr>
            <a:xfrm>
              <a:off x="7135885" y="3669463"/>
              <a:ext cx="2233527" cy="29236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2B1CDA6-5EEB-CC60-8DBC-3EB603E6DCAF}"/>
                </a:ext>
              </a:extLst>
            </p:cNvPr>
            <p:cNvSpPr/>
            <p:nvPr/>
          </p:nvSpPr>
          <p:spPr>
            <a:xfrm>
              <a:off x="7489884" y="4398023"/>
              <a:ext cx="1525529" cy="4388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23B6708-FD4D-D069-FE5E-332EB19F0895}"/>
                </a:ext>
              </a:extLst>
            </p:cNvPr>
            <p:cNvSpPr/>
            <p:nvPr/>
          </p:nvSpPr>
          <p:spPr>
            <a:xfrm>
              <a:off x="7489884" y="3877833"/>
              <a:ext cx="1525529" cy="4388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222979F5-E209-60B0-E6CD-F754D7D79733}"/>
                </a:ext>
              </a:extLst>
            </p:cNvPr>
            <p:cNvSpPr/>
            <p:nvPr/>
          </p:nvSpPr>
          <p:spPr>
            <a:xfrm>
              <a:off x="7237409" y="4188759"/>
              <a:ext cx="2030479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7374C00-5E21-0138-8D86-80E2620B5847}"/>
                </a:ext>
              </a:extLst>
            </p:cNvPr>
            <p:cNvSpPr/>
            <p:nvPr/>
          </p:nvSpPr>
          <p:spPr>
            <a:xfrm>
              <a:off x="7237409" y="4133272"/>
              <a:ext cx="2030479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BE915511-1B8B-FC75-1196-C58A9C015C9D}"/>
                </a:ext>
              </a:extLst>
            </p:cNvPr>
            <p:cNvSpPr/>
            <p:nvPr/>
          </p:nvSpPr>
          <p:spPr>
            <a:xfrm>
              <a:off x="7237409" y="4077785"/>
              <a:ext cx="2030479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F2A88F7-1630-58D4-51CA-7FE66DB930B5}"/>
                </a:ext>
              </a:extLst>
            </p:cNvPr>
            <p:cNvSpPr/>
            <p:nvPr/>
          </p:nvSpPr>
          <p:spPr>
            <a:xfrm>
              <a:off x="7237409" y="4022298"/>
              <a:ext cx="2030479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14CAAAA-BDF3-53BF-407C-640FEA3503BA}"/>
                </a:ext>
              </a:extLst>
            </p:cNvPr>
            <p:cNvSpPr/>
            <p:nvPr/>
          </p:nvSpPr>
          <p:spPr>
            <a:xfrm>
              <a:off x="7489884" y="4484722"/>
              <a:ext cx="1525529" cy="13871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86428E5-35F0-9CF8-1956-41651CB803C1}"/>
                </a:ext>
              </a:extLst>
            </p:cNvPr>
            <p:cNvGrpSpPr/>
            <p:nvPr/>
          </p:nvGrpSpPr>
          <p:grpSpPr>
            <a:xfrm rot="5400000">
              <a:off x="8989916" y="4033138"/>
              <a:ext cx="247924" cy="164782"/>
              <a:chOff x="10441072" y="4082384"/>
              <a:chExt cx="272378" cy="181035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03B20133-61A2-7680-B1B4-8AA52CE12527}"/>
                  </a:ext>
                </a:extLst>
              </p:cNvPr>
              <p:cNvSpPr/>
              <p:nvPr/>
            </p:nvSpPr>
            <p:spPr>
              <a:xfrm rot="10800000">
                <a:off x="10536322" y="4200494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C3893561-A88C-9253-09C1-2CF10224A157}"/>
                  </a:ext>
                </a:extLst>
              </p:cNvPr>
              <p:cNvSpPr/>
              <p:nvPr/>
            </p:nvSpPr>
            <p:spPr>
              <a:xfrm rot="10800000">
                <a:off x="10441072" y="4229069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D7EAB056-1BE7-6A1B-49B4-576A5B58AF80}"/>
                  </a:ext>
                </a:extLst>
              </p:cNvPr>
              <p:cNvSpPr/>
              <p:nvPr/>
            </p:nvSpPr>
            <p:spPr>
              <a:xfrm rot="10800000">
                <a:off x="10635382" y="4170014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9CCC6E98-B8F9-7C74-091A-CF8D685167F6}"/>
                  </a:ext>
                </a:extLst>
              </p:cNvPr>
              <p:cNvSpPr/>
              <p:nvPr/>
            </p:nvSpPr>
            <p:spPr>
              <a:xfrm rot="10800000">
                <a:off x="10536322" y="4141439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EDD24B85-CBF8-416A-D058-AF1A8B272768}"/>
                  </a:ext>
                </a:extLst>
              </p:cNvPr>
              <p:cNvSpPr/>
              <p:nvPr/>
            </p:nvSpPr>
            <p:spPr>
              <a:xfrm rot="10800000">
                <a:off x="10441072" y="4170014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CE55F802-37A5-E8CB-6412-0B1257EFBD7B}"/>
                  </a:ext>
                </a:extLst>
              </p:cNvPr>
              <p:cNvSpPr/>
              <p:nvPr/>
            </p:nvSpPr>
            <p:spPr>
              <a:xfrm rot="10800000">
                <a:off x="10635382" y="4110959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E3B56261-2263-DEF1-324C-42F2553FEE84}"/>
                  </a:ext>
                </a:extLst>
              </p:cNvPr>
              <p:cNvSpPr/>
              <p:nvPr/>
            </p:nvSpPr>
            <p:spPr>
              <a:xfrm rot="10800000">
                <a:off x="10536322" y="4082384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8B8991AE-A4FD-DD46-4013-B0003AEE181B}"/>
                  </a:ext>
                </a:extLst>
              </p:cNvPr>
              <p:cNvSpPr/>
              <p:nvPr/>
            </p:nvSpPr>
            <p:spPr>
              <a:xfrm rot="10800000">
                <a:off x="10441072" y="4110959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CD80FA1-BC45-8F8B-3FC0-C6FABF67C7B5}"/>
                </a:ext>
              </a:extLst>
            </p:cNvPr>
            <p:cNvSpPr/>
            <p:nvPr/>
          </p:nvSpPr>
          <p:spPr>
            <a:xfrm>
              <a:off x="8180448" y="3669031"/>
              <a:ext cx="144402" cy="26743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8F1FB24-2000-E552-28DD-516FDD885552}"/>
                </a:ext>
              </a:extLst>
            </p:cNvPr>
            <p:cNvSpPr/>
            <p:nvPr/>
          </p:nvSpPr>
          <p:spPr>
            <a:xfrm>
              <a:off x="7455565" y="3916411"/>
              <a:ext cx="1594166" cy="647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부분 원형 62">
              <a:extLst>
                <a:ext uri="{FF2B5EF4-FFF2-40B4-BE49-F238E27FC236}">
                  <a16:creationId xmlns:a16="http://schemas.microsoft.com/office/drawing/2014/main" id="{F40DD609-4E10-FABF-C962-982006BCF5EA}"/>
                </a:ext>
              </a:extLst>
            </p:cNvPr>
            <p:cNvSpPr/>
            <p:nvPr/>
          </p:nvSpPr>
          <p:spPr>
            <a:xfrm rot="16200000">
              <a:off x="7392497" y="3847408"/>
              <a:ext cx="125747" cy="138322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부분 원형 63">
              <a:extLst>
                <a:ext uri="{FF2B5EF4-FFF2-40B4-BE49-F238E27FC236}">
                  <a16:creationId xmlns:a16="http://schemas.microsoft.com/office/drawing/2014/main" id="{973A3513-EB61-BEAE-1E5C-3D0E3FE3A2E7}"/>
                </a:ext>
              </a:extLst>
            </p:cNvPr>
            <p:cNvSpPr/>
            <p:nvPr/>
          </p:nvSpPr>
          <p:spPr>
            <a:xfrm rot="16200000">
              <a:off x="8984283" y="3847408"/>
              <a:ext cx="125747" cy="138322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73C1C384-E4B0-90B4-55BD-F4742C72AD17}"/>
                </a:ext>
              </a:extLst>
            </p:cNvPr>
            <p:cNvGrpSpPr/>
            <p:nvPr/>
          </p:nvGrpSpPr>
          <p:grpSpPr>
            <a:xfrm rot="16200000" flipH="1">
              <a:off x="7272132" y="4033139"/>
              <a:ext cx="247924" cy="164782"/>
              <a:chOff x="10441072" y="4082384"/>
              <a:chExt cx="272378" cy="181035"/>
            </a:xfrm>
          </p:grpSpPr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B344C2E9-B325-6D69-197C-B8B23F00356D}"/>
                  </a:ext>
                </a:extLst>
              </p:cNvPr>
              <p:cNvSpPr/>
              <p:nvPr/>
            </p:nvSpPr>
            <p:spPr>
              <a:xfrm rot="10800000">
                <a:off x="10536322" y="4200494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37146A92-345A-BA8B-A8D4-D69FF1EDD9B0}"/>
                  </a:ext>
                </a:extLst>
              </p:cNvPr>
              <p:cNvSpPr/>
              <p:nvPr/>
            </p:nvSpPr>
            <p:spPr>
              <a:xfrm rot="10800000">
                <a:off x="10441072" y="4229069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2BA5F638-8BAB-6E80-E032-85379B8FB4D4}"/>
                  </a:ext>
                </a:extLst>
              </p:cNvPr>
              <p:cNvSpPr/>
              <p:nvPr/>
            </p:nvSpPr>
            <p:spPr>
              <a:xfrm rot="10800000">
                <a:off x="10635382" y="4170014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DE0C30F5-7BCF-6A9D-18F3-C71EBAA61503}"/>
                  </a:ext>
                </a:extLst>
              </p:cNvPr>
              <p:cNvSpPr/>
              <p:nvPr/>
            </p:nvSpPr>
            <p:spPr>
              <a:xfrm rot="10800000">
                <a:off x="10536322" y="4141439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724CFF49-0F86-F785-FEBE-6650C711B023}"/>
                  </a:ext>
                </a:extLst>
              </p:cNvPr>
              <p:cNvSpPr/>
              <p:nvPr/>
            </p:nvSpPr>
            <p:spPr>
              <a:xfrm rot="10800000">
                <a:off x="10441072" y="4170014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41435A65-C85E-EC98-4283-51E5A65A07BC}"/>
                  </a:ext>
                </a:extLst>
              </p:cNvPr>
              <p:cNvSpPr/>
              <p:nvPr/>
            </p:nvSpPr>
            <p:spPr>
              <a:xfrm rot="10800000">
                <a:off x="10635382" y="4110959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3" name="타원 72">
                <a:extLst>
                  <a:ext uri="{FF2B5EF4-FFF2-40B4-BE49-F238E27FC236}">
                    <a16:creationId xmlns:a16="http://schemas.microsoft.com/office/drawing/2014/main" id="{59459985-08C6-9C43-B2B6-269DF71CF7F1}"/>
                  </a:ext>
                </a:extLst>
              </p:cNvPr>
              <p:cNvSpPr/>
              <p:nvPr/>
            </p:nvSpPr>
            <p:spPr>
              <a:xfrm rot="10800000">
                <a:off x="10536322" y="4082384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E1850236-37A3-FD9B-B001-F46B6F2061D0}"/>
                  </a:ext>
                </a:extLst>
              </p:cNvPr>
              <p:cNvSpPr/>
              <p:nvPr/>
            </p:nvSpPr>
            <p:spPr>
              <a:xfrm rot="10800000">
                <a:off x="10441072" y="4110959"/>
                <a:ext cx="78068" cy="3435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31F3465A-4D7D-F0D0-90AA-CECB286E30DC}"/>
                </a:ext>
              </a:extLst>
            </p:cNvPr>
            <p:cNvSpPr/>
            <p:nvPr/>
          </p:nvSpPr>
          <p:spPr>
            <a:xfrm>
              <a:off x="6906940" y="4836824"/>
              <a:ext cx="2688130" cy="244461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38BDEEA1-6A23-8D4B-A000-2044EB2D0CAE}"/>
              </a:ext>
            </a:extLst>
          </p:cNvPr>
          <p:cNvCxnSpPr>
            <a:cxnSpLocks/>
          </p:cNvCxnSpPr>
          <p:nvPr/>
        </p:nvCxnSpPr>
        <p:spPr>
          <a:xfrm>
            <a:off x="7560310" y="1010969"/>
            <a:ext cx="0" cy="3086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A25EB1C-7454-56CD-E0D2-438CB8A90193}"/>
              </a:ext>
            </a:extLst>
          </p:cNvPr>
          <p:cNvGrpSpPr/>
          <p:nvPr/>
        </p:nvGrpSpPr>
        <p:grpSpPr>
          <a:xfrm>
            <a:off x="9235779" y="1010969"/>
            <a:ext cx="2688130" cy="1572275"/>
            <a:chOff x="9223420" y="3509010"/>
            <a:chExt cx="2688130" cy="1572275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C2928BE-0161-4114-1C62-6D9D0B8882D3}"/>
                </a:ext>
              </a:extLst>
            </p:cNvPr>
            <p:cNvSpPr/>
            <p:nvPr/>
          </p:nvSpPr>
          <p:spPr>
            <a:xfrm>
              <a:off x="9456668" y="3961824"/>
              <a:ext cx="2225938" cy="35481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B6E92A7-5806-E38A-1E0D-4D91C627D7F6}"/>
                </a:ext>
              </a:extLst>
            </p:cNvPr>
            <p:cNvSpPr/>
            <p:nvPr/>
          </p:nvSpPr>
          <p:spPr>
            <a:xfrm>
              <a:off x="9449078" y="3680177"/>
              <a:ext cx="2233528" cy="1349024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6764758A-9143-813C-9CD7-BDF9704B4C1B}"/>
                </a:ext>
              </a:extLst>
            </p:cNvPr>
            <p:cNvSpPr/>
            <p:nvPr/>
          </p:nvSpPr>
          <p:spPr>
            <a:xfrm>
              <a:off x="9452365" y="3669463"/>
              <a:ext cx="2233527" cy="29236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BB8C7FD-0E1D-331E-22F7-0B01F5F09548}"/>
                </a:ext>
              </a:extLst>
            </p:cNvPr>
            <p:cNvSpPr/>
            <p:nvPr/>
          </p:nvSpPr>
          <p:spPr>
            <a:xfrm>
              <a:off x="9806364" y="4398023"/>
              <a:ext cx="1525529" cy="4388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00FAFADD-F3AF-D993-038F-0472C5F810BD}"/>
                </a:ext>
              </a:extLst>
            </p:cNvPr>
            <p:cNvSpPr/>
            <p:nvPr/>
          </p:nvSpPr>
          <p:spPr>
            <a:xfrm>
              <a:off x="9806364" y="3877833"/>
              <a:ext cx="1525529" cy="4388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63B7773-B7A2-2B28-901E-621646233640}"/>
                </a:ext>
              </a:extLst>
            </p:cNvPr>
            <p:cNvSpPr/>
            <p:nvPr/>
          </p:nvSpPr>
          <p:spPr>
            <a:xfrm>
              <a:off x="9553889" y="4188759"/>
              <a:ext cx="2030479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EAA8607-30F2-8753-DE2F-025520E4348E}"/>
                </a:ext>
              </a:extLst>
            </p:cNvPr>
            <p:cNvSpPr/>
            <p:nvPr/>
          </p:nvSpPr>
          <p:spPr>
            <a:xfrm>
              <a:off x="9553889" y="4133272"/>
              <a:ext cx="2030479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79AFBF22-88D0-C54E-EEFE-A0A67ED6B4C7}"/>
                </a:ext>
              </a:extLst>
            </p:cNvPr>
            <p:cNvSpPr/>
            <p:nvPr/>
          </p:nvSpPr>
          <p:spPr>
            <a:xfrm>
              <a:off x="9553889" y="4077785"/>
              <a:ext cx="2030479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10997EE-0A94-EB87-5FA0-CCA44AFED8D8}"/>
                </a:ext>
              </a:extLst>
            </p:cNvPr>
            <p:cNvSpPr/>
            <p:nvPr/>
          </p:nvSpPr>
          <p:spPr>
            <a:xfrm>
              <a:off x="9553889" y="4022298"/>
              <a:ext cx="2030479" cy="3473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51C3DF81-9117-921B-CB81-9C6172641454}"/>
                </a:ext>
              </a:extLst>
            </p:cNvPr>
            <p:cNvSpPr/>
            <p:nvPr/>
          </p:nvSpPr>
          <p:spPr>
            <a:xfrm>
              <a:off x="9806364" y="4484722"/>
              <a:ext cx="1525529" cy="13871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51DAF2BE-17C3-C4A8-F6F5-99A72F884D9B}"/>
                </a:ext>
              </a:extLst>
            </p:cNvPr>
            <p:cNvSpPr/>
            <p:nvPr/>
          </p:nvSpPr>
          <p:spPr>
            <a:xfrm>
              <a:off x="9576009" y="3669031"/>
              <a:ext cx="119341" cy="30098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5E96768E-A72A-9C5F-0FFC-ABA6988678CD}"/>
                </a:ext>
              </a:extLst>
            </p:cNvPr>
            <p:cNvSpPr/>
            <p:nvPr/>
          </p:nvSpPr>
          <p:spPr>
            <a:xfrm>
              <a:off x="9223420" y="4836824"/>
              <a:ext cx="2688130" cy="244461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94D6090-28F8-E441-6D55-89C2A90B95BE}"/>
                </a:ext>
              </a:extLst>
            </p:cNvPr>
            <p:cNvSpPr/>
            <p:nvPr/>
          </p:nvSpPr>
          <p:spPr>
            <a:xfrm>
              <a:off x="11442909" y="3669031"/>
              <a:ext cx="119341" cy="30098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77388E0D-28A2-0172-278A-8363F67E7884}"/>
                </a:ext>
              </a:extLst>
            </p:cNvPr>
            <p:cNvCxnSpPr>
              <a:cxnSpLocks/>
            </p:cNvCxnSpPr>
            <p:nvPr/>
          </p:nvCxnSpPr>
          <p:spPr>
            <a:xfrm>
              <a:off x="9632950" y="3509010"/>
              <a:ext cx="0" cy="30861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B98FBEC1-31DC-1636-A56E-8FC7CC4504D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3660" y="3509010"/>
              <a:ext cx="0" cy="30861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A7FFBAB7-C309-C693-B9AF-5290DD6B989C}"/>
              </a:ext>
            </a:extLst>
          </p:cNvPr>
          <p:cNvSpPr txBox="1"/>
          <p:nvPr/>
        </p:nvSpPr>
        <p:spPr>
          <a:xfrm>
            <a:off x="5661838" y="1304177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735ACA0-9FE4-22DA-2D08-A9577731969E}"/>
              </a:ext>
            </a:extLst>
          </p:cNvPr>
          <p:cNvSpPr txBox="1"/>
          <p:nvPr/>
        </p:nvSpPr>
        <p:spPr>
          <a:xfrm>
            <a:off x="346450" y="2626568"/>
            <a:ext cx="22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Water Cooling</a:t>
            </a:r>
            <a:endParaRPr lang="ko-KR" altLang="en-US" sz="12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D5C7AD3-5A33-1EA2-72E7-035B43E465E9}"/>
              </a:ext>
            </a:extLst>
          </p:cNvPr>
          <p:cNvSpPr txBox="1"/>
          <p:nvPr/>
        </p:nvSpPr>
        <p:spPr>
          <a:xfrm>
            <a:off x="3380738" y="2626568"/>
            <a:ext cx="22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Spray Oil Cooling</a:t>
            </a:r>
            <a:endParaRPr lang="ko-KR" altLang="en-US" sz="12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5B4345-998E-0103-6C0D-0049DA3F32DB}"/>
              </a:ext>
            </a:extLst>
          </p:cNvPr>
          <p:cNvSpPr txBox="1"/>
          <p:nvPr/>
        </p:nvSpPr>
        <p:spPr>
          <a:xfrm>
            <a:off x="6412671" y="2626568"/>
            <a:ext cx="22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Stator Oil Cooling</a:t>
            </a:r>
            <a:endParaRPr lang="ko-KR" altLang="en-US" sz="12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D12C2BE-8A1C-F6BB-00A5-268DCF33DA9E}"/>
              </a:ext>
            </a:extLst>
          </p:cNvPr>
          <p:cNvSpPr txBox="1"/>
          <p:nvPr/>
        </p:nvSpPr>
        <p:spPr>
          <a:xfrm>
            <a:off x="9432390" y="2626568"/>
            <a:ext cx="22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In-slot Oil Cooling</a:t>
            </a:r>
            <a:endParaRPr lang="ko-KR" altLang="en-US" sz="12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03F564A-E7A7-277C-CAEB-918E7F0F58CE}"/>
              </a:ext>
            </a:extLst>
          </p:cNvPr>
          <p:cNvSpPr txBox="1"/>
          <p:nvPr/>
        </p:nvSpPr>
        <p:spPr>
          <a:xfrm>
            <a:off x="7278294" y="744361"/>
            <a:ext cx="572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 In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88F3F2A1-5E26-826A-4C17-7DB8661DEB69}"/>
              </a:ext>
            </a:extLst>
          </p:cNvPr>
          <p:cNvCxnSpPr>
            <a:cxnSpLocks/>
          </p:cNvCxnSpPr>
          <p:nvPr/>
        </p:nvCxnSpPr>
        <p:spPr>
          <a:xfrm>
            <a:off x="6694678" y="1705913"/>
            <a:ext cx="0" cy="3086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655E67A8-1B5A-4B91-54AE-00F302109126}"/>
              </a:ext>
            </a:extLst>
          </p:cNvPr>
          <p:cNvCxnSpPr>
            <a:cxnSpLocks/>
          </p:cNvCxnSpPr>
          <p:nvPr/>
        </p:nvCxnSpPr>
        <p:spPr>
          <a:xfrm>
            <a:off x="8438134" y="1705913"/>
            <a:ext cx="0" cy="3086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FD6DAA5-96E3-3222-C623-48B90BF3E946}"/>
              </a:ext>
            </a:extLst>
          </p:cNvPr>
          <p:cNvSpPr txBox="1"/>
          <p:nvPr/>
        </p:nvSpPr>
        <p:spPr>
          <a:xfrm>
            <a:off x="9358746" y="744361"/>
            <a:ext cx="572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 In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9E33EF9-6FFF-AC5B-956F-D4152F6F56CF}"/>
              </a:ext>
            </a:extLst>
          </p:cNvPr>
          <p:cNvSpPr txBox="1"/>
          <p:nvPr/>
        </p:nvSpPr>
        <p:spPr>
          <a:xfrm>
            <a:off x="11157382" y="744361"/>
            <a:ext cx="694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 Out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C11BE0FE-4FE3-7545-1C98-E5EEBA92AB24}"/>
              </a:ext>
            </a:extLst>
          </p:cNvPr>
          <p:cNvCxnSpPr>
            <a:cxnSpLocks/>
          </p:cNvCxnSpPr>
          <p:nvPr/>
        </p:nvCxnSpPr>
        <p:spPr>
          <a:xfrm>
            <a:off x="590018" y="965249"/>
            <a:ext cx="0" cy="3086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059604E2-DF4F-A5F4-9A53-B2753A7EDEFB}"/>
              </a:ext>
            </a:extLst>
          </p:cNvPr>
          <p:cNvCxnSpPr>
            <a:cxnSpLocks/>
          </p:cNvCxnSpPr>
          <p:nvPr/>
        </p:nvCxnSpPr>
        <p:spPr>
          <a:xfrm>
            <a:off x="2449298" y="965249"/>
            <a:ext cx="0" cy="308610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A0E2713-CAC7-9769-3E55-945A2EE31169}"/>
              </a:ext>
            </a:extLst>
          </p:cNvPr>
          <p:cNvSpPr txBox="1"/>
          <p:nvPr/>
        </p:nvSpPr>
        <p:spPr>
          <a:xfrm>
            <a:off x="123196" y="693561"/>
            <a:ext cx="939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Coolant In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0A90F8F-1C1F-5B1C-58C0-735E430894D7}"/>
              </a:ext>
            </a:extLst>
          </p:cNvPr>
          <p:cNvSpPr txBox="1"/>
          <p:nvPr/>
        </p:nvSpPr>
        <p:spPr>
          <a:xfrm>
            <a:off x="1919152" y="693561"/>
            <a:ext cx="10679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Coolant Out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14480AFC-A5BE-D571-FD51-FCABD048EEF5}"/>
              </a:ext>
            </a:extLst>
          </p:cNvPr>
          <p:cNvGrpSpPr/>
          <p:nvPr/>
        </p:nvGrpSpPr>
        <p:grpSpPr>
          <a:xfrm>
            <a:off x="1072010" y="3620960"/>
            <a:ext cx="2538178" cy="2814219"/>
            <a:chOff x="1153245" y="2295098"/>
            <a:chExt cx="3577901" cy="3967018"/>
          </a:xfrm>
        </p:grpSpPr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03A8D83A-AEC8-BE13-BF3B-7521192FCAAB}"/>
                </a:ext>
              </a:extLst>
            </p:cNvPr>
            <p:cNvSpPr/>
            <p:nvPr/>
          </p:nvSpPr>
          <p:spPr>
            <a:xfrm>
              <a:off x="1153245" y="4174236"/>
              <a:ext cx="3577901" cy="215485"/>
            </a:xfrm>
            <a:prstGeom prst="rect">
              <a:avLst/>
            </a:prstGeom>
            <a:gradFill flip="none" rotWithShape="1">
              <a:gsLst>
                <a:gs pos="0">
                  <a:srgbClr val="00B0F0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A8381B75-C30D-B1AE-E31C-F32A9BDC8BDB}"/>
                </a:ext>
              </a:extLst>
            </p:cNvPr>
            <p:cNvSpPr/>
            <p:nvPr/>
          </p:nvSpPr>
          <p:spPr>
            <a:xfrm>
              <a:off x="1455781" y="2303595"/>
              <a:ext cx="2972826" cy="1833713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7FC1D3B1-3775-613B-20DC-C9FC96392FBF}"/>
                </a:ext>
              </a:extLst>
            </p:cNvPr>
            <p:cNvSpPr/>
            <p:nvPr/>
          </p:nvSpPr>
          <p:spPr>
            <a:xfrm>
              <a:off x="1455783" y="2295098"/>
              <a:ext cx="2972826" cy="3891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자유형: 도형 117">
              <a:extLst>
                <a:ext uri="{FF2B5EF4-FFF2-40B4-BE49-F238E27FC236}">
                  <a16:creationId xmlns:a16="http://schemas.microsoft.com/office/drawing/2014/main" id="{8FDB0BFB-2B08-797D-C6CD-7B44FD3458C5}"/>
                </a:ext>
              </a:extLst>
            </p:cNvPr>
            <p:cNvSpPr/>
            <p:nvPr/>
          </p:nvSpPr>
          <p:spPr>
            <a:xfrm>
              <a:off x="1153245" y="3848858"/>
              <a:ext cx="3577901" cy="325378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1E8B5364-7132-4071-D58C-5669AF7A7E7C}"/>
                </a:ext>
              </a:extLst>
            </p:cNvPr>
            <p:cNvSpPr/>
            <p:nvPr/>
          </p:nvSpPr>
          <p:spPr>
            <a:xfrm>
              <a:off x="1926956" y="3264812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44091D63-855B-4EDE-32EE-A095A03413C0}"/>
                </a:ext>
              </a:extLst>
            </p:cNvPr>
            <p:cNvSpPr/>
            <p:nvPr/>
          </p:nvSpPr>
          <p:spPr>
            <a:xfrm>
              <a:off x="1926956" y="2572438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AE91BA92-99DF-6B7E-273A-531FA96DB37A}"/>
                </a:ext>
              </a:extLst>
            </p:cNvPr>
            <p:cNvSpPr/>
            <p:nvPr/>
          </p:nvSpPr>
          <p:spPr>
            <a:xfrm>
              <a:off x="1590911" y="2986281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A422E2BB-448E-7FA4-344F-FFCBF0876DBF}"/>
                </a:ext>
              </a:extLst>
            </p:cNvPr>
            <p:cNvSpPr/>
            <p:nvPr/>
          </p:nvSpPr>
          <p:spPr>
            <a:xfrm>
              <a:off x="1590911" y="2912428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FC26E17E-FE43-D512-7CFD-6F3C369A4632}"/>
                </a:ext>
              </a:extLst>
            </p:cNvPr>
            <p:cNvSpPr/>
            <p:nvPr/>
          </p:nvSpPr>
          <p:spPr>
            <a:xfrm>
              <a:off x="1590911" y="2838575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2548C3FE-FF11-8039-2643-810A85E7FD10}"/>
                </a:ext>
              </a:extLst>
            </p:cNvPr>
            <p:cNvSpPr/>
            <p:nvPr/>
          </p:nvSpPr>
          <p:spPr>
            <a:xfrm>
              <a:off x="1590911" y="2764721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90768F7-8D99-4BB5-2DC4-09A3DCC48483}"/>
                </a:ext>
              </a:extLst>
            </p:cNvPr>
            <p:cNvSpPr/>
            <p:nvPr/>
          </p:nvSpPr>
          <p:spPr>
            <a:xfrm>
              <a:off x="1926956" y="3380207"/>
              <a:ext cx="2030480" cy="18463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8DB24883-3D33-4EE9-F6C3-655BDBC364A0}"/>
                </a:ext>
              </a:extLst>
            </p:cNvPr>
            <p:cNvSpPr/>
            <p:nvPr/>
          </p:nvSpPr>
          <p:spPr>
            <a:xfrm flipV="1">
              <a:off x="1455781" y="4419906"/>
              <a:ext cx="2972826" cy="1833713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873FB667-0CAA-BE7B-997E-8D1111E4915F}"/>
                </a:ext>
              </a:extLst>
            </p:cNvPr>
            <p:cNvSpPr/>
            <p:nvPr/>
          </p:nvSpPr>
          <p:spPr>
            <a:xfrm flipV="1">
              <a:off x="1455783" y="5872984"/>
              <a:ext cx="2972826" cy="3891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자유형: 도형 127">
              <a:extLst>
                <a:ext uri="{FF2B5EF4-FFF2-40B4-BE49-F238E27FC236}">
                  <a16:creationId xmlns:a16="http://schemas.microsoft.com/office/drawing/2014/main" id="{DF108B69-DBE1-28BC-4811-5054B0B5684B}"/>
                </a:ext>
              </a:extLst>
            </p:cNvPr>
            <p:cNvSpPr/>
            <p:nvPr/>
          </p:nvSpPr>
          <p:spPr>
            <a:xfrm flipV="1">
              <a:off x="1153245" y="4382978"/>
              <a:ext cx="3577901" cy="325378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6BE9C1FE-35F5-F9FF-7976-3CC58B76FD7E}"/>
                </a:ext>
              </a:extLst>
            </p:cNvPr>
            <p:cNvSpPr/>
            <p:nvPr/>
          </p:nvSpPr>
          <p:spPr>
            <a:xfrm flipV="1">
              <a:off x="1926956" y="4708357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83C388A2-41F2-CA14-1B85-9B243C9373FD}"/>
                </a:ext>
              </a:extLst>
            </p:cNvPr>
            <p:cNvSpPr/>
            <p:nvPr/>
          </p:nvSpPr>
          <p:spPr>
            <a:xfrm flipV="1">
              <a:off x="1926956" y="5400731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F70F6914-5050-9391-4A86-6CC73BF8ACBF}"/>
                </a:ext>
              </a:extLst>
            </p:cNvPr>
            <p:cNvSpPr/>
            <p:nvPr/>
          </p:nvSpPr>
          <p:spPr>
            <a:xfrm flipV="1">
              <a:off x="1590911" y="5524702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6CCC7355-EE43-0918-42BD-72047C56AAF3}"/>
                </a:ext>
              </a:extLst>
            </p:cNvPr>
            <p:cNvSpPr/>
            <p:nvPr/>
          </p:nvSpPr>
          <p:spPr>
            <a:xfrm flipV="1">
              <a:off x="1590911" y="5598555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99D9123A-D2EE-1AC4-F991-CC5A0CA776D4}"/>
                </a:ext>
              </a:extLst>
            </p:cNvPr>
            <p:cNvSpPr/>
            <p:nvPr/>
          </p:nvSpPr>
          <p:spPr>
            <a:xfrm flipV="1">
              <a:off x="1590911" y="5672408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50733671-F07C-D5E5-B63B-A99D98E4AE5C}"/>
                </a:ext>
              </a:extLst>
            </p:cNvPr>
            <p:cNvSpPr/>
            <p:nvPr/>
          </p:nvSpPr>
          <p:spPr>
            <a:xfrm flipV="1">
              <a:off x="1590911" y="5746262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67EA4820-A0D2-7D6A-7FE5-0003BD2B63A3}"/>
                </a:ext>
              </a:extLst>
            </p:cNvPr>
            <p:cNvSpPr/>
            <p:nvPr/>
          </p:nvSpPr>
          <p:spPr>
            <a:xfrm flipV="1">
              <a:off x="1926956" y="4992374"/>
              <a:ext cx="2030480" cy="18463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D118FDF5-B0A4-840B-80A8-064A2678370B}"/>
              </a:ext>
            </a:extLst>
          </p:cNvPr>
          <p:cNvCxnSpPr>
            <a:cxnSpLocks/>
          </p:cNvCxnSpPr>
          <p:nvPr/>
        </p:nvCxnSpPr>
        <p:spPr>
          <a:xfrm>
            <a:off x="926614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1BB273C6-6314-2697-DCAE-F73C1A6BA639}"/>
              </a:ext>
            </a:extLst>
          </p:cNvPr>
          <p:cNvSpPr txBox="1"/>
          <p:nvPr/>
        </p:nvSpPr>
        <p:spPr>
          <a:xfrm>
            <a:off x="413253" y="4560118"/>
            <a:ext cx="770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Coolant</a:t>
            </a:r>
          </a:p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In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743D2A58-3EAC-9CE8-727C-CA97DAF54A29}"/>
              </a:ext>
            </a:extLst>
          </p:cNvPr>
          <p:cNvCxnSpPr>
            <a:cxnSpLocks/>
          </p:cNvCxnSpPr>
          <p:nvPr/>
        </p:nvCxnSpPr>
        <p:spPr>
          <a:xfrm>
            <a:off x="3454736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EB02B962-9D5A-4928-9789-71568CE865FC}"/>
              </a:ext>
            </a:extLst>
          </p:cNvPr>
          <p:cNvSpPr txBox="1"/>
          <p:nvPr/>
        </p:nvSpPr>
        <p:spPr>
          <a:xfrm>
            <a:off x="3505361" y="4560118"/>
            <a:ext cx="770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Coolant</a:t>
            </a:r>
          </a:p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Out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22BB047C-4D5E-678B-8B7D-5F91136A54DD}"/>
              </a:ext>
            </a:extLst>
          </p:cNvPr>
          <p:cNvGrpSpPr/>
          <p:nvPr/>
        </p:nvGrpSpPr>
        <p:grpSpPr>
          <a:xfrm>
            <a:off x="5063827" y="3620960"/>
            <a:ext cx="2538178" cy="2814219"/>
            <a:chOff x="1153245" y="2295098"/>
            <a:chExt cx="3577901" cy="3967018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5BADE232-B64A-5A19-9189-FC29FA2E2DCC}"/>
                </a:ext>
              </a:extLst>
            </p:cNvPr>
            <p:cNvSpPr/>
            <p:nvPr/>
          </p:nvSpPr>
          <p:spPr>
            <a:xfrm>
              <a:off x="1455781" y="2303595"/>
              <a:ext cx="2972826" cy="1833713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D4B0BEEF-B6AD-D99A-A82A-0AB6E1AA61A7}"/>
                </a:ext>
              </a:extLst>
            </p:cNvPr>
            <p:cNvSpPr/>
            <p:nvPr/>
          </p:nvSpPr>
          <p:spPr>
            <a:xfrm>
              <a:off x="1455783" y="2295098"/>
              <a:ext cx="2972826" cy="3891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자유형: 도형 143">
              <a:extLst>
                <a:ext uri="{FF2B5EF4-FFF2-40B4-BE49-F238E27FC236}">
                  <a16:creationId xmlns:a16="http://schemas.microsoft.com/office/drawing/2014/main" id="{6DE8CDAA-6175-8EA8-A1CC-97BEDF9AC6BA}"/>
                </a:ext>
              </a:extLst>
            </p:cNvPr>
            <p:cNvSpPr/>
            <p:nvPr/>
          </p:nvSpPr>
          <p:spPr>
            <a:xfrm>
              <a:off x="1153245" y="3848858"/>
              <a:ext cx="3577901" cy="325378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DC88AEDE-58DE-48CC-CC29-D12C11EB4978}"/>
                </a:ext>
              </a:extLst>
            </p:cNvPr>
            <p:cNvSpPr/>
            <p:nvPr/>
          </p:nvSpPr>
          <p:spPr>
            <a:xfrm>
              <a:off x="1926956" y="3264812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A7993398-7998-B1C4-20CA-3397B24E0BD4}"/>
                </a:ext>
              </a:extLst>
            </p:cNvPr>
            <p:cNvSpPr/>
            <p:nvPr/>
          </p:nvSpPr>
          <p:spPr>
            <a:xfrm>
              <a:off x="1926956" y="2572438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60356C37-7999-A4D1-E38F-349C0DF0E21C}"/>
                </a:ext>
              </a:extLst>
            </p:cNvPr>
            <p:cNvSpPr/>
            <p:nvPr/>
          </p:nvSpPr>
          <p:spPr>
            <a:xfrm>
              <a:off x="1590911" y="2986281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B700FDF5-1B28-ED13-32FC-7EB8011BCC6F}"/>
                </a:ext>
              </a:extLst>
            </p:cNvPr>
            <p:cNvSpPr/>
            <p:nvPr/>
          </p:nvSpPr>
          <p:spPr>
            <a:xfrm>
              <a:off x="1590911" y="2912428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7006FCC8-76B8-BC80-4E8A-8D1B559DA4F2}"/>
                </a:ext>
              </a:extLst>
            </p:cNvPr>
            <p:cNvSpPr/>
            <p:nvPr/>
          </p:nvSpPr>
          <p:spPr>
            <a:xfrm>
              <a:off x="1590911" y="2838575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175745DB-A825-6F1E-016E-14CB85D4896E}"/>
                </a:ext>
              </a:extLst>
            </p:cNvPr>
            <p:cNvSpPr/>
            <p:nvPr/>
          </p:nvSpPr>
          <p:spPr>
            <a:xfrm>
              <a:off x="1590911" y="2764721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11D5CFD9-3BF7-0764-7E80-7A8A82D91F90}"/>
                </a:ext>
              </a:extLst>
            </p:cNvPr>
            <p:cNvSpPr/>
            <p:nvPr/>
          </p:nvSpPr>
          <p:spPr>
            <a:xfrm>
              <a:off x="1926956" y="3380207"/>
              <a:ext cx="2030480" cy="18463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F3ED8CAA-B1E7-4DFE-CCBD-5D650B023168}"/>
                </a:ext>
              </a:extLst>
            </p:cNvPr>
            <p:cNvSpPr/>
            <p:nvPr/>
          </p:nvSpPr>
          <p:spPr>
            <a:xfrm flipV="1">
              <a:off x="1455781" y="4419906"/>
              <a:ext cx="2972826" cy="1833713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28C4122-AB60-A25E-6D19-381D61B9DA8A}"/>
                </a:ext>
              </a:extLst>
            </p:cNvPr>
            <p:cNvSpPr/>
            <p:nvPr/>
          </p:nvSpPr>
          <p:spPr>
            <a:xfrm flipV="1">
              <a:off x="1455783" y="5872984"/>
              <a:ext cx="2972826" cy="3891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자유형: 도형 153">
              <a:extLst>
                <a:ext uri="{FF2B5EF4-FFF2-40B4-BE49-F238E27FC236}">
                  <a16:creationId xmlns:a16="http://schemas.microsoft.com/office/drawing/2014/main" id="{F839FEB3-CB86-E477-F137-D7DAA9C65064}"/>
                </a:ext>
              </a:extLst>
            </p:cNvPr>
            <p:cNvSpPr/>
            <p:nvPr/>
          </p:nvSpPr>
          <p:spPr>
            <a:xfrm flipV="1">
              <a:off x="1153245" y="4382978"/>
              <a:ext cx="3577901" cy="325378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C5697CEC-561F-308E-3CCE-00C500096625}"/>
                </a:ext>
              </a:extLst>
            </p:cNvPr>
            <p:cNvSpPr/>
            <p:nvPr/>
          </p:nvSpPr>
          <p:spPr>
            <a:xfrm flipV="1">
              <a:off x="1926956" y="4708357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7820C7FF-1C30-0AB5-F3FE-DD7084378728}"/>
                </a:ext>
              </a:extLst>
            </p:cNvPr>
            <p:cNvSpPr/>
            <p:nvPr/>
          </p:nvSpPr>
          <p:spPr>
            <a:xfrm flipV="1">
              <a:off x="1926956" y="5400731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EFDE6CEC-7DB4-589C-FD95-4432C321A9F9}"/>
                </a:ext>
              </a:extLst>
            </p:cNvPr>
            <p:cNvSpPr/>
            <p:nvPr/>
          </p:nvSpPr>
          <p:spPr>
            <a:xfrm flipV="1">
              <a:off x="1590911" y="5524702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FF06471E-FA45-C983-921A-58C86A5430AD}"/>
                </a:ext>
              </a:extLst>
            </p:cNvPr>
            <p:cNvSpPr/>
            <p:nvPr/>
          </p:nvSpPr>
          <p:spPr>
            <a:xfrm flipV="1">
              <a:off x="1590911" y="5598555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EDC93F47-51CC-1BE9-2FA0-868F412E85A4}"/>
                </a:ext>
              </a:extLst>
            </p:cNvPr>
            <p:cNvSpPr/>
            <p:nvPr/>
          </p:nvSpPr>
          <p:spPr>
            <a:xfrm flipV="1">
              <a:off x="1590911" y="5672408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8172D577-3A5C-38F3-5A8E-34975AE79D65}"/>
                </a:ext>
              </a:extLst>
            </p:cNvPr>
            <p:cNvSpPr/>
            <p:nvPr/>
          </p:nvSpPr>
          <p:spPr>
            <a:xfrm flipV="1">
              <a:off x="1590911" y="5746262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68CF659F-B2FA-8765-2BB5-4014E52965B5}"/>
                </a:ext>
              </a:extLst>
            </p:cNvPr>
            <p:cNvSpPr/>
            <p:nvPr/>
          </p:nvSpPr>
          <p:spPr>
            <a:xfrm flipV="1">
              <a:off x="1926956" y="4992374"/>
              <a:ext cx="2030480" cy="18463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9405DA01-404C-E91E-A62D-CC4691C194A2}"/>
                </a:ext>
              </a:extLst>
            </p:cNvPr>
            <p:cNvSpPr/>
            <p:nvPr/>
          </p:nvSpPr>
          <p:spPr>
            <a:xfrm>
              <a:off x="1153245" y="4104406"/>
              <a:ext cx="3577901" cy="336312"/>
            </a:xfrm>
            <a:prstGeom prst="rect">
              <a:avLst/>
            </a:prstGeom>
            <a:gradFill flip="none" rotWithShape="1">
              <a:gsLst>
                <a:gs pos="0">
                  <a:srgbClr val="00B0F0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9162D69B-DA84-FBD0-1C31-886EE081E81B}"/>
              </a:ext>
            </a:extLst>
          </p:cNvPr>
          <p:cNvCxnSpPr>
            <a:cxnSpLocks/>
          </p:cNvCxnSpPr>
          <p:nvPr/>
        </p:nvCxnSpPr>
        <p:spPr>
          <a:xfrm>
            <a:off x="4918431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92ACC36-91B2-C8E2-3482-61A7F523D501}"/>
              </a:ext>
            </a:extLst>
          </p:cNvPr>
          <p:cNvSpPr txBox="1"/>
          <p:nvPr/>
        </p:nvSpPr>
        <p:spPr>
          <a:xfrm>
            <a:off x="4333128" y="4560118"/>
            <a:ext cx="770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Coolant</a:t>
            </a:r>
          </a:p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In/Out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35DACA9C-B6A4-A1AC-9864-18D3583B0A81}"/>
              </a:ext>
            </a:extLst>
          </p:cNvPr>
          <p:cNvCxnSpPr>
            <a:cxnSpLocks/>
          </p:cNvCxnSpPr>
          <p:nvPr/>
        </p:nvCxnSpPr>
        <p:spPr>
          <a:xfrm>
            <a:off x="5065026" y="5077936"/>
            <a:ext cx="2282647" cy="0"/>
          </a:xfrm>
          <a:prstGeom prst="straightConnector1">
            <a:avLst/>
          </a:prstGeom>
          <a:ln w="19050">
            <a:solidFill>
              <a:srgbClr val="7F7F7F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2C00F091-7FDD-3245-7CB7-228DCAD36D19}"/>
              </a:ext>
            </a:extLst>
          </p:cNvPr>
          <p:cNvCxnSpPr>
            <a:cxnSpLocks/>
          </p:cNvCxnSpPr>
          <p:nvPr/>
        </p:nvCxnSpPr>
        <p:spPr>
          <a:xfrm>
            <a:off x="5065026" y="4977720"/>
            <a:ext cx="2282647" cy="0"/>
          </a:xfrm>
          <a:prstGeom prst="straightConnector1">
            <a:avLst/>
          </a:prstGeom>
          <a:ln w="19050">
            <a:solidFill>
              <a:srgbClr val="7F7F7F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9DB8F7FA-0293-7F7D-ED6D-E0143CD452A3}"/>
              </a:ext>
            </a:extLst>
          </p:cNvPr>
          <p:cNvCxnSpPr>
            <a:cxnSpLocks/>
          </p:cNvCxnSpPr>
          <p:nvPr/>
        </p:nvCxnSpPr>
        <p:spPr>
          <a:xfrm>
            <a:off x="5690096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47DD68C3-3712-06E7-0A93-23603B42DD7F}"/>
              </a:ext>
            </a:extLst>
          </p:cNvPr>
          <p:cNvCxnSpPr>
            <a:cxnSpLocks/>
          </p:cNvCxnSpPr>
          <p:nvPr/>
        </p:nvCxnSpPr>
        <p:spPr>
          <a:xfrm flipH="1">
            <a:off x="5302593" y="493429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FCF44B9A-46D4-C99B-A703-7EE3A5925B2D}"/>
              </a:ext>
            </a:extLst>
          </p:cNvPr>
          <p:cNvCxnSpPr>
            <a:cxnSpLocks/>
          </p:cNvCxnSpPr>
          <p:nvPr/>
        </p:nvCxnSpPr>
        <p:spPr>
          <a:xfrm flipH="1">
            <a:off x="5302593" y="511802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8355D7DD-BEA3-7862-6CA8-CB02D80B33D6}"/>
              </a:ext>
            </a:extLst>
          </p:cNvPr>
          <p:cNvCxnSpPr>
            <a:cxnSpLocks/>
          </p:cNvCxnSpPr>
          <p:nvPr/>
        </p:nvCxnSpPr>
        <p:spPr>
          <a:xfrm>
            <a:off x="6461761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C377780A-E222-4766-F032-C720C2A01742}"/>
              </a:ext>
            </a:extLst>
          </p:cNvPr>
          <p:cNvCxnSpPr>
            <a:cxnSpLocks/>
          </p:cNvCxnSpPr>
          <p:nvPr/>
        </p:nvCxnSpPr>
        <p:spPr>
          <a:xfrm flipH="1">
            <a:off x="6074258" y="493429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6C672EA9-C3DE-BABF-58C8-E1D9B0689385}"/>
              </a:ext>
            </a:extLst>
          </p:cNvPr>
          <p:cNvCxnSpPr>
            <a:cxnSpLocks/>
          </p:cNvCxnSpPr>
          <p:nvPr/>
        </p:nvCxnSpPr>
        <p:spPr>
          <a:xfrm flipH="1">
            <a:off x="6074258" y="511802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B64DE044-CD92-734B-2D3A-21CAACCF0D43}"/>
              </a:ext>
            </a:extLst>
          </p:cNvPr>
          <p:cNvCxnSpPr>
            <a:cxnSpLocks/>
          </p:cNvCxnSpPr>
          <p:nvPr/>
        </p:nvCxnSpPr>
        <p:spPr>
          <a:xfrm>
            <a:off x="7133211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400F42EF-F82B-3353-0412-E018B82A7CC3}"/>
              </a:ext>
            </a:extLst>
          </p:cNvPr>
          <p:cNvCxnSpPr>
            <a:cxnSpLocks/>
          </p:cNvCxnSpPr>
          <p:nvPr/>
        </p:nvCxnSpPr>
        <p:spPr>
          <a:xfrm flipH="1">
            <a:off x="6829221" y="493429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FC830060-F45E-6847-BC21-4BD5F2E2B973}"/>
              </a:ext>
            </a:extLst>
          </p:cNvPr>
          <p:cNvCxnSpPr>
            <a:cxnSpLocks/>
          </p:cNvCxnSpPr>
          <p:nvPr/>
        </p:nvCxnSpPr>
        <p:spPr>
          <a:xfrm flipH="1">
            <a:off x="6829221" y="511802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화살표: 오른쪽 175">
            <a:extLst>
              <a:ext uri="{FF2B5EF4-FFF2-40B4-BE49-F238E27FC236}">
                <a16:creationId xmlns:a16="http://schemas.microsoft.com/office/drawing/2014/main" id="{2DE37196-6AAB-E3BE-AF2A-A749D681BF85}"/>
              </a:ext>
            </a:extLst>
          </p:cNvPr>
          <p:cNvSpPr/>
          <p:nvPr/>
        </p:nvSpPr>
        <p:spPr>
          <a:xfrm rot="5400000">
            <a:off x="2108432" y="4403409"/>
            <a:ext cx="474618" cy="489946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화살표: 오른쪽 176">
            <a:extLst>
              <a:ext uri="{FF2B5EF4-FFF2-40B4-BE49-F238E27FC236}">
                <a16:creationId xmlns:a16="http://schemas.microsoft.com/office/drawing/2014/main" id="{735D2E37-0CBD-245B-33ED-F0BBE070A5A5}"/>
              </a:ext>
            </a:extLst>
          </p:cNvPr>
          <p:cNvSpPr/>
          <p:nvPr/>
        </p:nvSpPr>
        <p:spPr>
          <a:xfrm rot="16200000">
            <a:off x="2108433" y="5151692"/>
            <a:ext cx="474618" cy="489946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화살표: 오른쪽 177">
            <a:extLst>
              <a:ext uri="{FF2B5EF4-FFF2-40B4-BE49-F238E27FC236}">
                <a16:creationId xmlns:a16="http://schemas.microsoft.com/office/drawing/2014/main" id="{B3F7488D-421E-1599-DDAD-0BCB8D32CB8A}"/>
              </a:ext>
            </a:extLst>
          </p:cNvPr>
          <p:cNvSpPr/>
          <p:nvPr/>
        </p:nvSpPr>
        <p:spPr>
          <a:xfrm rot="5400000">
            <a:off x="6115925" y="4403410"/>
            <a:ext cx="474618" cy="489946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화살표: 오른쪽 178">
            <a:extLst>
              <a:ext uri="{FF2B5EF4-FFF2-40B4-BE49-F238E27FC236}">
                <a16:creationId xmlns:a16="http://schemas.microsoft.com/office/drawing/2014/main" id="{D85F4374-B907-7BE2-ED08-E29E9765417E}"/>
              </a:ext>
            </a:extLst>
          </p:cNvPr>
          <p:cNvSpPr/>
          <p:nvPr/>
        </p:nvSpPr>
        <p:spPr>
          <a:xfrm rot="16200000">
            <a:off x="6115926" y="5151693"/>
            <a:ext cx="474618" cy="489946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61205C9A-9F57-381B-D070-59EC03C23833}"/>
              </a:ext>
            </a:extLst>
          </p:cNvPr>
          <p:cNvGrpSpPr/>
          <p:nvPr/>
        </p:nvGrpSpPr>
        <p:grpSpPr>
          <a:xfrm>
            <a:off x="8448911" y="3620960"/>
            <a:ext cx="2538178" cy="2814219"/>
            <a:chOff x="1153245" y="2295098"/>
            <a:chExt cx="3577901" cy="3967018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40FC4A2D-5702-1500-7C33-386FE2AEC47C}"/>
                </a:ext>
              </a:extLst>
            </p:cNvPr>
            <p:cNvSpPr/>
            <p:nvPr/>
          </p:nvSpPr>
          <p:spPr>
            <a:xfrm>
              <a:off x="1455781" y="2303595"/>
              <a:ext cx="2972826" cy="1833713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AD28F62-70A4-8A3D-2A5B-02766858988E}"/>
                </a:ext>
              </a:extLst>
            </p:cNvPr>
            <p:cNvSpPr/>
            <p:nvPr/>
          </p:nvSpPr>
          <p:spPr>
            <a:xfrm>
              <a:off x="1455783" y="2295098"/>
              <a:ext cx="2972826" cy="3891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자유형: 도형 182">
              <a:extLst>
                <a:ext uri="{FF2B5EF4-FFF2-40B4-BE49-F238E27FC236}">
                  <a16:creationId xmlns:a16="http://schemas.microsoft.com/office/drawing/2014/main" id="{1B497BB1-4E2A-108D-FD85-8B6E338DE595}"/>
                </a:ext>
              </a:extLst>
            </p:cNvPr>
            <p:cNvSpPr/>
            <p:nvPr/>
          </p:nvSpPr>
          <p:spPr>
            <a:xfrm>
              <a:off x="1153245" y="3848858"/>
              <a:ext cx="3577901" cy="325378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EACD94E6-6F70-E789-2816-736DBE9D6874}"/>
                </a:ext>
              </a:extLst>
            </p:cNvPr>
            <p:cNvSpPr/>
            <p:nvPr/>
          </p:nvSpPr>
          <p:spPr>
            <a:xfrm>
              <a:off x="1926956" y="3264812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D1833FE0-E2E4-E183-020F-A4DDDAFD6F3E}"/>
                </a:ext>
              </a:extLst>
            </p:cNvPr>
            <p:cNvSpPr/>
            <p:nvPr/>
          </p:nvSpPr>
          <p:spPr>
            <a:xfrm>
              <a:off x="1926956" y="2572438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D3A1C61A-9FF0-418A-C17C-6A27E64DBFF9}"/>
                </a:ext>
              </a:extLst>
            </p:cNvPr>
            <p:cNvSpPr/>
            <p:nvPr/>
          </p:nvSpPr>
          <p:spPr>
            <a:xfrm>
              <a:off x="1590911" y="2986281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BD50B5D3-B533-42FC-9193-89BD48B6ED44}"/>
                </a:ext>
              </a:extLst>
            </p:cNvPr>
            <p:cNvSpPr/>
            <p:nvPr/>
          </p:nvSpPr>
          <p:spPr>
            <a:xfrm>
              <a:off x="1590911" y="2912428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4CEAE55A-395D-AE8B-F490-E738C37DB433}"/>
                </a:ext>
              </a:extLst>
            </p:cNvPr>
            <p:cNvSpPr/>
            <p:nvPr/>
          </p:nvSpPr>
          <p:spPr>
            <a:xfrm>
              <a:off x="1590911" y="2838575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EA5F95EE-A503-52F9-9C45-B34CE779AE0A}"/>
                </a:ext>
              </a:extLst>
            </p:cNvPr>
            <p:cNvSpPr/>
            <p:nvPr/>
          </p:nvSpPr>
          <p:spPr>
            <a:xfrm>
              <a:off x="1590911" y="2764721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A0500EDB-5B9F-DA60-9833-6F8D7A8E6DC5}"/>
                </a:ext>
              </a:extLst>
            </p:cNvPr>
            <p:cNvSpPr/>
            <p:nvPr/>
          </p:nvSpPr>
          <p:spPr>
            <a:xfrm>
              <a:off x="1926956" y="3380207"/>
              <a:ext cx="2030480" cy="18463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1AAD9D08-3094-79B4-EE28-0081EF9F2FC3}"/>
                </a:ext>
              </a:extLst>
            </p:cNvPr>
            <p:cNvSpPr/>
            <p:nvPr/>
          </p:nvSpPr>
          <p:spPr>
            <a:xfrm flipV="1">
              <a:off x="1455781" y="4419906"/>
              <a:ext cx="2972826" cy="1833713"/>
            </a:xfrm>
            <a:prstGeom prst="rect">
              <a:avLst/>
            </a:prstGeom>
            <a:noFill/>
            <a:ln w="19050">
              <a:solidFill>
                <a:srgbClr val="5959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DB063D71-3C86-1A2D-F25E-3A7C2B738BF0}"/>
                </a:ext>
              </a:extLst>
            </p:cNvPr>
            <p:cNvSpPr/>
            <p:nvPr/>
          </p:nvSpPr>
          <p:spPr>
            <a:xfrm flipV="1">
              <a:off x="1455783" y="5872984"/>
              <a:ext cx="2972826" cy="3891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자유형: 도형 192">
              <a:extLst>
                <a:ext uri="{FF2B5EF4-FFF2-40B4-BE49-F238E27FC236}">
                  <a16:creationId xmlns:a16="http://schemas.microsoft.com/office/drawing/2014/main" id="{84488FA4-5DF7-3AF5-4BAA-39D54F3D51C7}"/>
                </a:ext>
              </a:extLst>
            </p:cNvPr>
            <p:cNvSpPr/>
            <p:nvPr/>
          </p:nvSpPr>
          <p:spPr>
            <a:xfrm flipV="1">
              <a:off x="1153245" y="4382978"/>
              <a:ext cx="3577901" cy="325378"/>
            </a:xfrm>
            <a:custGeom>
              <a:avLst/>
              <a:gdLst>
                <a:gd name="connsiteX0" fmla="*/ 406110 w 3266052"/>
                <a:gd name="connsiteY0" fmla="*/ 0 h 268574"/>
                <a:gd name="connsiteX1" fmla="*/ 2859943 w 3266052"/>
                <a:gd name="connsiteY1" fmla="*/ 0 h 268574"/>
                <a:gd name="connsiteX2" fmla="*/ 2859943 w 3266052"/>
                <a:gd name="connsiteY2" fmla="*/ 127591 h 268574"/>
                <a:gd name="connsiteX3" fmla="*/ 3266052 w 3266052"/>
                <a:gd name="connsiteY3" fmla="*/ 127591 h 268574"/>
                <a:gd name="connsiteX4" fmla="*/ 3266052 w 3266052"/>
                <a:gd name="connsiteY4" fmla="*/ 268574 h 268574"/>
                <a:gd name="connsiteX5" fmla="*/ 0 w 3266052"/>
                <a:gd name="connsiteY5" fmla="*/ 268574 h 268574"/>
                <a:gd name="connsiteX6" fmla="*/ 0 w 3266052"/>
                <a:gd name="connsiteY6" fmla="*/ 127591 h 268574"/>
                <a:gd name="connsiteX7" fmla="*/ 406110 w 3266052"/>
                <a:gd name="connsiteY7" fmla="*/ 127591 h 26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052" h="268574">
                  <a:moveTo>
                    <a:pt x="406110" y="0"/>
                  </a:moveTo>
                  <a:lnTo>
                    <a:pt x="2859943" y="0"/>
                  </a:lnTo>
                  <a:lnTo>
                    <a:pt x="2859943" y="127591"/>
                  </a:lnTo>
                  <a:lnTo>
                    <a:pt x="3266052" y="127591"/>
                  </a:lnTo>
                  <a:lnTo>
                    <a:pt x="3266052" y="268574"/>
                  </a:lnTo>
                  <a:lnTo>
                    <a:pt x="0" y="268574"/>
                  </a:lnTo>
                  <a:lnTo>
                    <a:pt x="0" y="127591"/>
                  </a:lnTo>
                  <a:lnTo>
                    <a:pt x="406110" y="12759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F2E8CE06-C47F-EA83-8AC9-01C747CA0409}"/>
                </a:ext>
              </a:extLst>
            </p:cNvPr>
            <p:cNvSpPr/>
            <p:nvPr/>
          </p:nvSpPr>
          <p:spPr>
            <a:xfrm flipV="1">
              <a:off x="1926956" y="4708357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86D399C3-9E70-FDEF-7204-639CE72C869B}"/>
                </a:ext>
              </a:extLst>
            </p:cNvPr>
            <p:cNvSpPr/>
            <p:nvPr/>
          </p:nvSpPr>
          <p:spPr>
            <a:xfrm flipV="1">
              <a:off x="1926956" y="5400731"/>
              <a:ext cx="2030480" cy="58404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6BB0E7F8-5383-A291-6D81-E8995F0AC23D}"/>
                </a:ext>
              </a:extLst>
            </p:cNvPr>
            <p:cNvSpPr/>
            <p:nvPr/>
          </p:nvSpPr>
          <p:spPr>
            <a:xfrm flipV="1">
              <a:off x="1590911" y="5524702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06669B5C-39F8-B578-0CDD-5EA00F183622}"/>
                </a:ext>
              </a:extLst>
            </p:cNvPr>
            <p:cNvSpPr/>
            <p:nvPr/>
          </p:nvSpPr>
          <p:spPr>
            <a:xfrm flipV="1">
              <a:off x="1590911" y="5598555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A547AA75-B530-D3D1-8D4A-222E82699F2C}"/>
                </a:ext>
              </a:extLst>
            </p:cNvPr>
            <p:cNvSpPr/>
            <p:nvPr/>
          </p:nvSpPr>
          <p:spPr>
            <a:xfrm flipV="1">
              <a:off x="1590911" y="5672408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2EFE0097-C876-038A-D76E-08B952902B44}"/>
                </a:ext>
              </a:extLst>
            </p:cNvPr>
            <p:cNvSpPr/>
            <p:nvPr/>
          </p:nvSpPr>
          <p:spPr>
            <a:xfrm flipV="1">
              <a:off x="1590911" y="5746262"/>
              <a:ext cx="2702568" cy="4623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42319068-5B71-1833-A1A7-19B26EC8B3A3}"/>
                </a:ext>
              </a:extLst>
            </p:cNvPr>
            <p:cNvSpPr/>
            <p:nvPr/>
          </p:nvSpPr>
          <p:spPr>
            <a:xfrm flipV="1">
              <a:off x="1926956" y="4992374"/>
              <a:ext cx="2030480" cy="18463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4E97D881-7532-2595-078D-9069E18DD0FA}"/>
                </a:ext>
              </a:extLst>
            </p:cNvPr>
            <p:cNvSpPr/>
            <p:nvPr/>
          </p:nvSpPr>
          <p:spPr>
            <a:xfrm>
              <a:off x="1153245" y="4104406"/>
              <a:ext cx="3577901" cy="3363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68A4E1A1-E9F6-D5F3-05CF-E0447A023351}"/>
                </a:ext>
              </a:extLst>
            </p:cNvPr>
            <p:cNvSpPr/>
            <p:nvPr/>
          </p:nvSpPr>
          <p:spPr>
            <a:xfrm>
              <a:off x="2867855" y="3261509"/>
              <a:ext cx="148681" cy="8715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80E8C1BB-B28A-AABA-8924-80D38C78CB85}"/>
                </a:ext>
              </a:extLst>
            </p:cNvPr>
            <p:cNvSpPr/>
            <p:nvPr/>
          </p:nvSpPr>
          <p:spPr>
            <a:xfrm>
              <a:off x="2867855" y="4422263"/>
              <a:ext cx="148681" cy="8715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D9BD46CE-43D8-9E4B-628C-5AB90A6F748F}"/>
              </a:ext>
            </a:extLst>
          </p:cNvPr>
          <p:cNvCxnSpPr>
            <a:cxnSpLocks/>
          </p:cNvCxnSpPr>
          <p:nvPr/>
        </p:nvCxnSpPr>
        <p:spPr>
          <a:xfrm>
            <a:off x="8303514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CDC0EC63-5FFE-0CA4-F3F2-F37775428992}"/>
              </a:ext>
            </a:extLst>
          </p:cNvPr>
          <p:cNvSpPr txBox="1"/>
          <p:nvPr/>
        </p:nvSpPr>
        <p:spPr>
          <a:xfrm>
            <a:off x="7867243" y="4560118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</a:t>
            </a:r>
          </a:p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In/Out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34FB77C3-839A-2540-9855-EF60EE1FB37D}"/>
              </a:ext>
            </a:extLst>
          </p:cNvPr>
          <p:cNvCxnSpPr>
            <a:cxnSpLocks/>
          </p:cNvCxnSpPr>
          <p:nvPr/>
        </p:nvCxnSpPr>
        <p:spPr>
          <a:xfrm>
            <a:off x="8450110" y="5077936"/>
            <a:ext cx="2282647" cy="0"/>
          </a:xfrm>
          <a:prstGeom prst="straightConnector1">
            <a:avLst/>
          </a:prstGeom>
          <a:ln w="19050">
            <a:solidFill>
              <a:srgbClr val="7F7F7F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id="{64C9A808-E495-5EEA-6324-1B13853B7E3B}"/>
              </a:ext>
            </a:extLst>
          </p:cNvPr>
          <p:cNvCxnSpPr>
            <a:cxnSpLocks/>
          </p:cNvCxnSpPr>
          <p:nvPr/>
        </p:nvCxnSpPr>
        <p:spPr>
          <a:xfrm>
            <a:off x="8450110" y="4977720"/>
            <a:ext cx="2282647" cy="0"/>
          </a:xfrm>
          <a:prstGeom prst="straightConnector1">
            <a:avLst/>
          </a:prstGeom>
          <a:ln w="19050">
            <a:solidFill>
              <a:srgbClr val="7F7F7F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CA9A3FEE-D131-147A-1D1D-C9608DE81EE1}"/>
              </a:ext>
            </a:extLst>
          </p:cNvPr>
          <p:cNvCxnSpPr>
            <a:cxnSpLocks/>
          </p:cNvCxnSpPr>
          <p:nvPr/>
        </p:nvCxnSpPr>
        <p:spPr>
          <a:xfrm>
            <a:off x="9075180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42D2F758-7E2A-1511-001D-8EFFCA517EDC}"/>
              </a:ext>
            </a:extLst>
          </p:cNvPr>
          <p:cNvCxnSpPr>
            <a:cxnSpLocks/>
          </p:cNvCxnSpPr>
          <p:nvPr/>
        </p:nvCxnSpPr>
        <p:spPr>
          <a:xfrm flipH="1">
            <a:off x="8687677" y="493429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7994E5B7-20E7-DBCA-B9E2-7516895F46BB}"/>
              </a:ext>
            </a:extLst>
          </p:cNvPr>
          <p:cNvCxnSpPr>
            <a:cxnSpLocks/>
          </p:cNvCxnSpPr>
          <p:nvPr/>
        </p:nvCxnSpPr>
        <p:spPr>
          <a:xfrm flipH="1">
            <a:off x="8687677" y="511802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54318939-9E25-97A7-B17D-CBF8A3BAD7F1}"/>
              </a:ext>
            </a:extLst>
          </p:cNvPr>
          <p:cNvCxnSpPr>
            <a:cxnSpLocks/>
          </p:cNvCxnSpPr>
          <p:nvPr/>
        </p:nvCxnSpPr>
        <p:spPr>
          <a:xfrm>
            <a:off x="9846845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C2F61FDD-BE88-350C-2C00-B2CAC4E0196E}"/>
              </a:ext>
            </a:extLst>
          </p:cNvPr>
          <p:cNvCxnSpPr>
            <a:cxnSpLocks/>
          </p:cNvCxnSpPr>
          <p:nvPr/>
        </p:nvCxnSpPr>
        <p:spPr>
          <a:xfrm flipH="1">
            <a:off x="9459342" y="493429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5BACBE03-30EC-B958-29A3-02FD6053B54D}"/>
              </a:ext>
            </a:extLst>
          </p:cNvPr>
          <p:cNvCxnSpPr>
            <a:cxnSpLocks/>
          </p:cNvCxnSpPr>
          <p:nvPr/>
        </p:nvCxnSpPr>
        <p:spPr>
          <a:xfrm flipH="1">
            <a:off x="9459342" y="511802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8DB61E68-5783-6D07-C56B-F13FDACBA746}"/>
              </a:ext>
            </a:extLst>
          </p:cNvPr>
          <p:cNvCxnSpPr>
            <a:cxnSpLocks/>
          </p:cNvCxnSpPr>
          <p:nvPr/>
        </p:nvCxnSpPr>
        <p:spPr>
          <a:xfrm>
            <a:off x="10518294" y="5024487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A05C5F51-367C-4D90-CFD8-2B6A96CB4DA7}"/>
              </a:ext>
            </a:extLst>
          </p:cNvPr>
          <p:cNvCxnSpPr>
            <a:cxnSpLocks/>
          </p:cNvCxnSpPr>
          <p:nvPr/>
        </p:nvCxnSpPr>
        <p:spPr>
          <a:xfrm flipH="1">
            <a:off x="10214305" y="493429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602E0CFC-9568-2EB4-09FD-9F33A2CE0FD6}"/>
              </a:ext>
            </a:extLst>
          </p:cNvPr>
          <p:cNvCxnSpPr>
            <a:cxnSpLocks/>
          </p:cNvCxnSpPr>
          <p:nvPr/>
        </p:nvCxnSpPr>
        <p:spPr>
          <a:xfrm flipH="1">
            <a:off x="10214305" y="5118022"/>
            <a:ext cx="3687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ABC3D0F0-D070-5D3F-A02B-1614AF717B40}"/>
              </a:ext>
            </a:extLst>
          </p:cNvPr>
          <p:cNvCxnSpPr>
            <a:cxnSpLocks/>
          </p:cNvCxnSpPr>
          <p:nvPr/>
        </p:nvCxnSpPr>
        <p:spPr>
          <a:xfrm flipV="1">
            <a:off x="9718234" y="4733802"/>
            <a:ext cx="0" cy="1960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1E01310C-1F3A-3754-E309-C7DE1BE9B14C}"/>
              </a:ext>
            </a:extLst>
          </p:cNvPr>
          <p:cNvCxnSpPr>
            <a:cxnSpLocks/>
          </p:cNvCxnSpPr>
          <p:nvPr/>
        </p:nvCxnSpPr>
        <p:spPr>
          <a:xfrm>
            <a:off x="9718234" y="5120192"/>
            <a:ext cx="0" cy="1960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A09A11F6-4A3E-1252-19F7-82B084D6F43F}"/>
              </a:ext>
            </a:extLst>
          </p:cNvPr>
          <p:cNvCxnSpPr>
            <a:cxnSpLocks/>
          </p:cNvCxnSpPr>
          <p:nvPr/>
        </p:nvCxnSpPr>
        <p:spPr>
          <a:xfrm flipV="1">
            <a:off x="9718234" y="4419791"/>
            <a:ext cx="0" cy="1960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A671713C-3EF1-0ACC-2792-E565C362E2A8}"/>
              </a:ext>
            </a:extLst>
          </p:cNvPr>
          <p:cNvCxnSpPr>
            <a:cxnSpLocks/>
          </p:cNvCxnSpPr>
          <p:nvPr/>
        </p:nvCxnSpPr>
        <p:spPr>
          <a:xfrm>
            <a:off x="9718234" y="5425294"/>
            <a:ext cx="0" cy="1960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2C0348B7-AF95-1CBF-C1A8-A51CA45AF4FB}"/>
              </a:ext>
            </a:extLst>
          </p:cNvPr>
          <p:cNvSpPr txBox="1"/>
          <p:nvPr/>
        </p:nvSpPr>
        <p:spPr>
          <a:xfrm>
            <a:off x="9377089" y="4151776"/>
            <a:ext cx="694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 Out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9B8E0072-1385-9412-E7D5-720A1B39D987}"/>
              </a:ext>
            </a:extLst>
          </p:cNvPr>
          <p:cNvSpPr txBox="1"/>
          <p:nvPr/>
        </p:nvSpPr>
        <p:spPr>
          <a:xfrm>
            <a:off x="9377088" y="5648339"/>
            <a:ext cx="694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 Out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1DDA2B9-07B4-3B4F-36EA-9250E4697D91}"/>
              </a:ext>
            </a:extLst>
          </p:cNvPr>
          <p:cNvSpPr txBox="1"/>
          <p:nvPr/>
        </p:nvSpPr>
        <p:spPr>
          <a:xfrm>
            <a:off x="153569" y="154831"/>
            <a:ext cx="2294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Stator Cooling</a:t>
            </a:r>
            <a:endParaRPr lang="ko-KR" altLang="en-US" sz="16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3614C8C-EDDB-F1D1-41FE-679F9C9FB47F}"/>
              </a:ext>
            </a:extLst>
          </p:cNvPr>
          <p:cNvSpPr txBox="1"/>
          <p:nvPr/>
        </p:nvSpPr>
        <p:spPr>
          <a:xfrm>
            <a:off x="153569" y="3093770"/>
            <a:ext cx="2294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Rotor Cooling</a:t>
            </a:r>
            <a:endParaRPr lang="ko-KR" altLang="en-US" sz="16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33" name="화살표: 오른쪽 232">
            <a:extLst>
              <a:ext uri="{FF2B5EF4-FFF2-40B4-BE49-F238E27FC236}">
                <a16:creationId xmlns:a16="http://schemas.microsoft.com/office/drawing/2014/main" id="{2B2C8BF6-844E-B4F5-65A6-BF160EB5ED25}"/>
              </a:ext>
            </a:extLst>
          </p:cNvPr>
          <p:cNvSpPr/>
          <p:nvPr/>
        </p:nvSpPr>
        <p:spPr>
          <a:xfrm rot="16200000">
            <a:off x="801392" y="1288252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화살표: 오른쪽 233">
            <a:extLst>
              <a:ext uri="{FF2B5EF4-FFF2-40B4-BE49-F238E27FC236}">
                <a16:creationId xmlns:a16="http://schemas.microsoft.com/office/drawing/2014/main" id="{65312687-7331-C327-90C7-582699A562FD}"/>
              </a:ext>
            </a:extLst>
          </p:cNvPr>
          <p:cNvSpPr/>
          <p:nvPr/>
        </p:nvSpPr>
        <p:spPr>
          <a:xfrm rot="16200000">
            <a:off x="1183239" y="1288252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" name="화살표: 오른쪽 234">
            <a:extLst>
              <a:ext uri="{FF2B5EF4-FFF2-40B4-BE49-F238E27FC236}">
                <a16:creationId xmlns:a16="http://schemas.microsoft.com/office/drawing/2014/main" id="{1E843505-6FE7-F700-EAEF-EE7D8CBCBC09}"/>
              </a:ext>
            </a:extLst>
          </p:cNvPr>
          <p:cNvSpPr/>
          <p:nvPr/>
        </p:nvSpPr>
        <p:spPr>
          <a:xfrm rot="16200000">
            <a:off x="1565086" y="1288252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화살표: 오른쪽 235">
            <a:extLst>
              <a:ext uri="{FF2B5EF4-FFF2-40B4-BE49-F238E27FC236}">
                <a16:creationId xmlns:a16="http://schemas.microsoft.com/office/drawing/2014/main" id="{DE1C4E57-76D0-A993-FB13-C8DBA00CB62F}"/>
              </a:ext>
            </a:extLst>
          </p:cNvPr>
          <p:cNvSpPr/>
          <p:nvPr/>
        </p:nvSpPr>
        <p:spPr>
          <a:xfrm rot="16200000">
            <a:off x="1946932" y="1288252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82F86F83-5574-DF6D-5EAF-FFA7B47C3A7C}"/>
              </a:ext>
            </a:extLst>
          </p:cNvPr>
          <p:cNvSpPr txBox="1"/>
          <p:nvPr/>
        </p:nvSpPr>
        <p:spPr>
          <a:xfrm>
            <a:off x="1078539" y="133523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accent2">
                      <a:lumMod val="20000"/>
                      <a:lumOff val="8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accent2">
                    <a:lumMod val="20000"/>
                    <a:lumOff val="80000"/>
                    <a:alpha val="4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B6E4DE9B-9A29-2576-CC93-52973C5FA592}"/>
              </a:ext>
            </a:extLst>
          </p:cNvPr>
          <p:cNvSpPr txBox="1"/>
          <p:nvPr/>
        </p:nvSpPr>
        <p:spPr>
          <a:xfrm>
            <a:off x="1911659" y="448991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accent2">
                      <a:lumMod val="20000"/>
                      <a:lumOff val="8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accent2">
                    <a:lumMod val="20000"/>
                    <a:lumOff val="80000"/>
                    <a:alpha val="4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9355353-1BDD-4A86-00B4-64C3A002CBDF}"/>
              </a:ext>
            </a:extLst>
          </p:cNvPr>
          <p:cNvSpPr txBox="1"/>
          <p:nvPr/>
        </p:nvSpPr>
        <p:spPr>
          <a:xfrm>
            <a:off x="1911659" y="531287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accent2">
                      <a:lumMod val="20000"/>
                      <a:lumOff val="8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accent2">
                    <a:lumMod val="20000"/>
                    <a:lumOff val="80000"/>
                    <a:alpha val="4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BD744AD-ADDA-1750-8B32-7F50EB7982DC}"/>
              </a:ext>
            </a:extLst>
          </p:cNvPr>
          <p:cNvSpPr txBox="1"/>
          <p:nvPr/>
        </p:nvSpPr>
        <p:spPr>
          <a:xfrm>
            <a:off x="5924859" y="448991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accent2">
                      <a:lumMod val="20000"/>
                      <a:lumOff val="8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accent2">
                    <a:lumMod val="20000"/>
                    <a:lumOff val="80000"/>
                    <a:alpha val="4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A4092FE0-179E-9A44-547B-C98C9D429EA6}"/>
              </a:ext>
            </a:extLst>
          </p:cNvPr>
          <p:cNvSpPr txBox="1"/>
          <p:nvPr/>
        </p:nvSpPr>
        <p:spPr>
          <a:xfrm>
            <a:off x="5924859" y="531287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accent2">
                      <a:lumMod val="20000"/>
                      <a:lumOff val="8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accent2">
                    <a:lumMod val="20000"/>
                    <a:lumOff val="80000"/>
                    <a:alpha val="4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42" name="화살표: 오른쪽 241">
            <a:extLst>
              <a:ext uri="{FF2B5EF4-FFF2-40B4-BE49-F238E27FC236}">
                <a16:creationId xmlns:a16="http://schemas.microsoft.com/office/drawing/2014/main" id="{7B7AE248-CCEE-BC25-FBF6-094E74B2F075}"/>
              </a:ext>
            </a:extLst>
          </p:cNvPr>
          <p:cNvSpPr/>
          <p:nvPr/>
        </p:nvSpPr>
        <p:spPr>
          <a:xfrm rot="10800000">
            <a:off x="3486172" y="1466052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화살표: 오른쪽 242">
            <a:extLst>
              <a:ext uri="{FF2B5EF4-FFF2-40B4-BE49-F238E27FC236}">
                <a16:creationId xmlns:a16="http://schemas.microsoft.com/office/drawing/2014/main" id="{F4FEF916-BA1E-4343-17F4-A66A748C3F73}"/>
              </a:ext>
            </a:extLst>
          </p:cNvPr>
          <p:cNvSpPr/>
          <p:nvPr/>
        </p:nvSpPr>
        <p:spPr>
          <a:xfrm>
            <a:off x="5284492" y="1466052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51219F93-201E-ACBC-2A78-B40BE19DA769}"/>
              </a:ext>
            </a:extLst>
          </p:cNvPr>
          <p:cNvSpPr txBox="1"/>
          <p:nvPr/>
        </p:nvSpPr>
        <p:spPr>
          <a:xfrm>
            <a:off x="3252779" y="168575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accent2">
                      <a:lumMod val="20000"/>
                      <a:lumOff val="8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accent2">
                    <a:lumMod val="20000"/>
                    <a:lumOff val="80000"/>
                    <a:alpha val="4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9DEFA62-AE2B-4F18-6105-CBB1EB2CFE55}"/>
              </a:ext>
            </a:extLst>
          </p:cNvPr>
          <p:cNvSpPr txBox="1"/>
          <p:nvPr/>
        </p:nvSpPr>
        <p:spPr>
          <a:xfrm>
            <a:off x="4919019" y="168575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accent2">
                      <a:lumMod val="20000"/>
                      <a:lumOff val="80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accent2">
                    <a:lumMod val="20000"/>
                    <a:lumOff val="80000"/>
                    <a:alpha val="4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F5F788E5-9E53-3914-F4A1-05A3375D4A5D}"/>
              </a:ext>
            </a:extLst>
          </p:cNvPr>
          <p:cNvSpPr txBox="1"/>
          <p:nvPr/>
        </p:nvSpPr>
        <p:spPr>
          <a:xfrm>
            <a:off x="2941498" y="1304177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</a:t>
            </a:r>
            <a:endParaRPr lang="ko-KR" altLang="en-US" sz="12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47" name="화살표: 오른쪽 246">
            <a:extLst>
              <a:ext uri="{FF2B5EF4-FFF2-40B4-BE49-F238E27FC236}">
                <a16:creationId xmlns:a16="http://schemas.microsoft.com/office/drawing/2014/main" id="{22200129-EC04-DCD4-2924-F9B4DD75E077}"/>
              </a:ext>
            </a:extLst>
          </p:cNvPr>
          <p:cNvSpPr/>
          <p:nvPr/>
        </p:nvSpPr>
        <p:spPr>
          <a:xfrm rot="16200000">
            <a:off x="6872500" y="1361404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화살표: 오른쪽 247">
            <a:extLst>
              <a:ext uri="{FF2B5EF4-FFF2-40B4-BE49-F238E27FC236}">
                <a16:creationId xmlns:a16="http://schemas.microsoft.com/office/drawing/2014/main" id="{9BD6AC84-469C-D19B-B8E1-C5A1E9557470}"/>
              </a:ext>
            </a:extLst>
          </p:cNvPr>
          <p:cNvSpPr/>
          <p:nvPr/>
        </p:nvSpPr>
        <p:spPr>
          <a:xfrm rot="16200000">
            <a:off x="7242324" y="1361404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화살표: 오른쪽 248">
            <a:extLst>
              <a:ext uri="{FF2B5EF4-FFF2-40B4-BE49-F238E27FC236}">
                <a16:creationId xmlns:a16="http://schemas.microsoft.com/office/drawing/2014/main" id="{A9815038-0D4B-F6D9-DAE3-F4CAFD869B85}"/>
              </a:ext>
            </a:extLst>
          </p:cNvPr>
          <p:cNvSpPr/>
          <p:nvPr/>
        </p:nvSpPr>
        <p:spPr>
          <a:xfrm rot="16200000">
            <a:off x="7612148" y="1361404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화살표: 오른쪽 249">
            <a:extLst>
              <a:ext uri="{FF2B5EF4-FFF2-40B4-BE49-F238E27FC236}">
                <a16:creationId xmlns:a16="http://schemas.microsoft.com/office/drawing/2014/main" id="{F9676E2C-0B13-5A12-D6D4-4A9F5340A0DA}"/>
              </a:ext>
            </a:extLst>
          </p:cNvPr>
          <p:cNvSpPr/>
          <p:nvPr/>
        </p:nvSpPr>
        <p:spPr>
          <a:xfrm rot="16200000">
            <a:off x="7981972" y="1361404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C7FDE421-7F85-788B-AEA1-013E3A05D1CE}"/>
              </a:ext>
            </a:extLst>
          </p:cNvPr>
          <p:cNvSpPr txBox="1"/>
          <p:nvPr/>
        </p:nvSpPr>
        <p:spPr>
          <a:xfrm>
            <a:off x="7125771" y="1429722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bg1">
                      <a:alpha val="8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bg1">
                    <a:alpha val="8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85" name="화살표: 오른쪽 284">
            <a:extLst>
              <a:ext uri="{FF2B5EF4-FFF2-40B4-BE49-F238E27FC236}">
                <a16:creationId xmlns:a16="http://schemas.microsoft.com/office/drawing/2014/main" id="{A3043A3F-43E3-F338-66C0-145AA06329EB}"/>
              </a:ext>
            </a:extLst>
          </p:cNvPr>
          <p:cNvSpPr/>
          <p:nvPr/>
        </p:nvSpPr>
        <p:spPr>
          <a:xfrm rot="10800000">
            <a:off x="9766005" y="1376644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화살표: 오른쪽 285">
            <a:extLst>
              <a:ext uri="{FF2B5EF4-FFF2-40B4-BE49-F238E27FC236}">
                <a16:creationId xmlns:a16="http://schemas.microsoft.com/office/drawing/2014/main" id="{86A6FFBD-EAF9-4C69-A50D-939959AC0D45}"/>
              </a:ext>
            </a:extLst>
          </p:cNvPr>
          <p:cNvSpPr/>
          <p:nvPr/>
        </p:nvSpPr>
        <p:spPr>
          <a:xfrm>
            <a:off x="11102045" y="1376644"/>
            <a:ext cx="294700" cy="304218"/>
          </a:xfrm>
          <a:prstGeom prst="rightArrow">
            <a:avLst/>
          </a:prstGeom>
          <a:gradFill>
            <a:gsLst>
              <a:gs pos="100000">
                <a:srgbClr val="C00000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A18F7DF5-17A7-42C0-6DC4-0A0D2DE84D7A}"/>
              </a:ext>
            </a:extLst>
          </p:cNvPr>
          <p:cNvSpPr txBox="1"/>
          <p:nvPr/>
        </p:nvSpPr>
        <p:spPr>
          <a:xfrm>
            <a:off x="9597699" y="122855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bg1">
                      <a:alpha val="8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bg1">
                    <a:alpha val="8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4A5726D-9CE0-EAC6-6786-D683213E5D93}"/>
              </a:ext>
            </a:extLst>
          </p:cNvPr>
          <p:cNvSpPr txBox="1"/>
          <p:nvPr/>
        </p:nvSpPr>
        <p:spPr>
          <a:xfrm>
            <a:off x="10659419" y="122855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effectLst>
                  <a:glow rad="63500">
                    <a:schemeClr val="bg1">
                      <a:alpha val="80000"/>
                    </a:schemeClr>
                  </a:glow>
                </a:effectLst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flow</a:t>
            </a:r>
            <a:endParaRPr lang="ko-KR" altLang="en-US" sz="1200" b="1">
              <a:solidFill>
                <a:srgbClr val="C00000"/>
              </a:solidFill>
              <a:effectLst>
                <a:glow rad="63500">
                  <a:schemeClr val="bg1">
                    <a:alpha val="80000"/>
                  </a:schemeClr>
                </a:glow>
              </a:effectLst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84B3F4D-C615-A101-C78F-DA7EF373C696}"/>
              </a:ext>
            </a:extLst>
          </p:cNvPr>
          <p:cNvSpPr txBox="1"/>
          <p:nvPr/>
        </p:nvSpPr>
        <p:spPr>
          <a:xfrm>
            <a:off x="1203699" y="6479907"/>
            <a:ext cx="22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Shaft In-direct Cooling</a:t>
            </a:r>
            <a:endParaRPr lang="ko-KR" altLang="en-US" sz="12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36423D46-2904-A9FA-B7C7-9071C49CB4A2}"/>
              </a:ext>
            </a:extLst>
          </p:cNvPr>
          <p:cNvSpPr txBox="1"/>
          <p:nvPr/>
        </p:nvSpPr>
        <p:spPr>
          <a:xfrm>
            <a:off x="5182768" y="6479907"/>
            <a:ext cx="22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Shaft In-direct Cooling</a:t>
            </a:r>
            <a:endParaRPr lang="ko-KR" altLang="en-US" sz="12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2EC5EE3A-B053-98D5-FA07-47F872525A56}"/>
              </a:ext>
            </a:extLst>
          </p:cNvPr>
          <p:cNvSpPr txBox="1"/>
          <p:nvPr/>
        </p:nvSpPr>
        <p:spPr>
          <a:xfrm>
            <a:off x="8590337" y="6479907"/>
            <a:ext cx="22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Shaft Direct Cooling</a:t>
            </a:r>
            <a:endParaRPr lang="ko-KR" altLang="en-US" sz="1200" b="1" dirty="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48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F5904BC-3715-BA81-18E4-14C70F019BF1}"/>
              </a:ext>
            </a:extLst>
          </p:cNvPr>
          <p:cNvSpPr/>
          <p:nvPr/>
        </p:nvSpPr>
        <p:spPr>
          <a:xfrm>
            <a:off x="434340" y="1150619"/>
            <a:ext cx="11422380" cy="4762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932BF7-14C0-B0D2-2FE6-ED185DD9DD82}"/>
              </a:ext>
            </a:extLst>
          </p:cNvPr>
          <p:cNvSpPr/>
          <p:nvPr/>
        </p:nvSpPr>
        <p:spPr>
          <a:xfrm>
            <a:off x="8225735" y="2547757"/>
            <a:ext cx="3323328" cy="309087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90000">
                <a:schemeClr val="accent2">
                  <a:lumMod val="20000"/>
                  <a:lumOff val="80000"/>
                </a:schemeClr>
              </a:gs>
              <a:gs pos="11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5F78DF2-4D67-7213-E569-1F185F37BDD3}"/>
              </a:ext>
            </a:extLst>
          </p:cNvPr>
          <p:cNvGrpSpPr/>
          <p:nvPr/>
        </p:nvGrpSpPr>
        <p:grpSpPr>
          <a:xfrm>
            <a:off x="568449" y="1787731"/>
            <a:ext cx="6287126" cy="3672831"/>
            <a:chOff x="1044699" y="2577036"/>
            <a:chExt cx="6287126" cy="3672831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5C01F9D5-6AD3-22C8-D892-041404C07354}"/>
                </a:ext>
              </a:extLst>
            </p:cNvPr>
            <p:cNvCxnSpPr>
              <a:cxnSpLocks/>
              <a:endCxn id="28" idx="6"/>
            </p:cNvCxnSpPr>
            <p:nvPr/>
          </p:nvCxnSpPr>
          <p:spPr>
            <a:xfrm>
              <a:off x="2453586" y="3511550"/>
              <a:ext cx="0" cy="2006235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FE49407-EC7D-A38F-B1B8-AC38ADAF0BD1}"/>
                </a:ext>
              </a:extLst>
            </p:cNvPr>
            <p:cNvSpPr/>
            <p:nvPr/>
          </p:nvSpPr>
          <p:spPr>
            <a:xfrm>
              <a:off x="3017323" y="5391151"/>
              <a:ext cx="471487" cy="6228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07DDCCA-0EBF-E81F-D7CF-762D2B069D13}"/>
                </a:ext>
              </a:extLst>
            </p:cNvPr>
            <p:cNvCxnSpPr>
              <a:cxnSpLocks/>
            </p:cNvCxnSpPr>
            <p:nvPr/>
          </p:nvCxnSpPr>
          <p:spPr>
            <a:xfrm>
              <a:off x="5535074" y="2876756"/>
              <a:ext cx="0" cy="3000169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0711C2D2-0DDD-6F1C-EC5D-0A7F88571563}"/>
                </a:ext>
              </a:extLst>
            </p:cNvPr>
            <p:cNvCxnSpPr>
              <a:cxnSpLocks/>
            </p:cNvCxnSpPr>
            <p:nvPr/>
          </p:nvCxnSpPr>
          <p:spPr>
            <a:xfrm>
              <a:off x="4975005" y="2876756"/>
              <a:ext cx="0" cy="2971594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B59E9A3-4717-D256-1631-93A1249F6E7E}"/>
                </a:ext>
              </a:extLst>
            </p:cNvPr>
            <p:cNvSpPr/>
            <p:nvPr/>
          </p:nvSpPr>
          <p:spPr>
            <a:xfrm>
              <a:off x="1181100" y="2800349"/>
              <a:ext cx="5662613" cy="3076265"/>
            </a:xfrm>
            <a:prstGeom prst="rect">
              <a:avLst/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BF67F4A-5D83-4B41-DF78-41B010CB7FAF}"/>
                </a:ext>
              </a:extLst>
            </p:cNvPr>
            <p:cNvSpPr/>
            <p:nvPr/>
          </p:nvSpPr>
          <p:spPr>
            <a:xfrm>
              <a:off x="1960708" y="2577036"/>
              <a:ext cx="987136" cy="4434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BAT Coolant Reservoir</a:t>
              </a:r>
              <a:endParaRPr lang="ko-KR" altLang="en-US" sz="10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96F1A4-EEF8-A708-3D80-AFE7D62D18AE}"/>
                </a:ext>
              </a:extLst>
            </p:cNvPr>
            <p:cNvSpPr/>
            <p:nvPr/>
          </p:nvSpPr>
          <p:spPr>
            <a:xfrm>
              <a:off x="1549400" y="3511550"/>
              <a:ext cx="2651125" cy="2006600"/>
            </a:xfrm>
            <a:prstGeom prst="rect">
              <a:avLst/>
            </a:prstGeom>
            <a:no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279A3C25-9F12-EF1E-F282-5303BEDE30E7}"/>
                </a:ext>
              </a:extLst>
            </p:cNvPr>
            <p:cNvSpPr/>
            <p:nvPr/>
          </p:nvSpPr>
          <p:spPr>
            <a:xfrm rot="10800000">
              <a:off x="4827836" y="2751367"/>
              <a:ext cx="294338" cy="221067"/>
            </a:xfrm>
            <a:custGeom>
              <a:avLst/>
              <a:gdLst>
                <a:gd name="connsiteX0" fmla="*/ 207696 w 294338"/>
                <a:gd name="connsiteY0" fmla="*/ 221067 h 221067"/>
                <a:gd name="connsiteX1" fmla="*/ 86642 w 294338"/>
                <a:gd name="connsiteY1" fmla="*/ 221067 h 221067"/>
                <a:gd name="connsiteX2" fmla="*/ 86642 w 294338"/>
                <a:gd name="connsiteY2" fmla="*/ 221066 h 221067"/>
                <a:gd name="connsiteX3" fmla="*/ 0 w 294338"/>
                <a:gd name="connsiteY3" fmla="*/ 221065 h 221067"/>
                <a:gd name="connsiteX4" fmla="*/ 0 w 294338"/>
                <a:gd name="connsiteY4" fmla="*/ 100011 h 221067"/>
                <a:gd name="connsiteX5" fmla="*/ 86642 w 294338"/>
                <a:gd name="connsiteY5" fmla="*/ 100012 h 221067"/>
                <a:gd name="connsiteX6" fmla="*/ 86642 w 294338"/>
                <a:gd name="connsiteY6" fmla="*/ 0 h 221067"/>
                <a:gd name="connsiteX7" fmla="*/ 207696 w 294338"/>
                <a:gd name="connsiteY7" fmla="*/ 0 h 221067"/>
                <a:gd name="connsiteX8" fmla="*/ 207696 w 294338"/>
                <a:gd name="connsiteY8" fmla="*/ 100012 h 221067"/>
                <a:gd name="connsiteX9" fmla="*/ 294338 w 294338"/>
                <a:gd name="connsiteY9" fmla="*/ 100012 h 221067"/>
                <a:gd name="connsiteX10" fmla="*/ 294338 w 294338"/>
                <a:gd name="connsiteY10" fmla="*/ 221066 h 221067"/>
                <a:gd name="connsiteX11" fmla="*/ 207696 w 294338"/>
                <a:gd name="connsiteY11" fmla="*/ 221066 h 22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4338" h="221067">
                  <a:moveTo>
                    <a:pt x="207696" y="221067"/>
                  </a:moveTo>
                  <a:lnTo>
                    <a:pt x="86642" y="221067"/>
                  </a:lnTo>
                  <a:lnTo>
                    <a:pt x="86642" y="221066"/>
                  </a:lnTo>
                  <a:lnTo>
                    <a:pt x="0" y="221065"/>
                  </a:lnTo>
                  <a:lnTo>
                    <a:pt x="0" y="100011"/>
                  </a:lnTo>
                  <a:lnTo>
                    <a:pt x="86642" y="100012"/>
                  </a:lnTo>
                  <a:lnTo>
                    <a:pt x="86642" y="0"/>
                  </a:lnTo>
                  <a:lnTo>
                    <a:pt x="207696" y="0"/>
                  </a:lnTo>
                  <a:lnTo>
                    <a:pt x="207696" y="100012"/>
                  </a:lnTo>
                  <a:lnTo>
                    <a:pt x="294338" y="100012"/>
                  </a:lnTo>
                  <a:lnTo>
                    <a:pt x="294338" y="221066"/>
                  </a:lnTo>
                  <a:lnTo>
                    <a:pt x="207696" y="22106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A6B71B2E-310E-754B-AAEC-313D7CFE61CB}"/>
                </a:ext>
              </a:extLst>
            </p:cNvPr>
            <p:cNvSpPr/>
            <p:nvPr/>
          </p:nvSpPr>
          <p:spPr>
            <a:xfrm rot="10800000">
              <a:off x="5387905" y="2751367"/>
              <a:ext cx="294338" cy="221067"/>
            </a:xfrm>
            <a:custGeom>
              <a:avLst/>
              <a:gdLst>
                <a:gd name="connsiteX0" fmla="*/ 207696 w 294338"/>
                <a:gd name="connsiteY0" fmla="*/ 221067 h 221067"/>
                <a:gd name="connsiteX1" fmla="*/ 86642 w 294338"/>
                <a:gd name="connsiteY1" fmla="*/ 221067 h 221067"/>
                <a:gd name="connsiteX2" fmla="*/ 86642 w 294338"/>
                <a:gd name="connsiteY2" fmla="*/ 221066 h 221067"/>
                <a:gd name="connsiteX3" fmla="*/ 0 w 294338"/>
                <a:gd name="connsiteY3" fmla="*/ 221065 h 221067"/>
                <a:gd name="connsiteX4" fmla="*/ 0 w 294338"/>
                <a:gd name="connsiteY4" fmla="*/ 100011 h 221067"/>
                <a:gd name="connsiteX5" fmla="*/ 86642 w 294338"/>
                <a:gd name="connsiteY5" fmla="*/ 100012 h 221067"/>
                <a:gd name="connsiteX6" fmla="*/ 86642 w 294338"/>
                <a:gd name="connsiteY6" fmla="*/ 0 h 221067"/>
                <a:gd name="connsiteX7" fmla="*/ 207696 w 294338"/>
                <a:gd name="connsiteY7" fmla="*/ 0 h 221067"/>
                <a:gd name="connsiteX8" fmla="*/ 207696 w 294338"/>
                <a:gd name="connsiteY8" fmla="*/ 100012 h 221067"/>
                <a:gd name="connsiteX9" fmla="*/ 294338 w 294338"/>
                <a:gd name="connsiteY9" fmla="*/ 100012 h 221067"/>
                <a:gd name="connsiteX10" fmla="*/ 294338 w 294338"/>
                <a:gd name="connsiteY10" fmla="*/ 221066 h 221067"/>
                <a:gd name="connsiteX11" fmla="*/ 207696 w 294338"/>
                <a:gd name="connsiteY11" fmla="*/ 221066 h 22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4338" h="221067">
                  <a:moveTo>
                    <a:pt x="207696" y="221067"/>
                  </a:moveTo>
                  <a:lnTo>
                    <a:pt x="86642" y="221067"/>
                  </a:lnTo>
                  <a:lnTo>
                    <a:pt x="86642" y="221066"/>
                  </a:lnTo>
                  <a:lnTo>
                    <a:pt x="0" y="221065"/>
                  </a:lnTo>
                  <a:lnTo>
                    <a:pt x="0" y="100011"/>
                  </a:lnTo>
                  <a:lnTo>
                    <a:pt x="86642" y="100012"/>
                  </a:lnTo>
                  <a:lnTo>
                    <a:pt x="86642" y="0"/>
                  </a:lnTo>
                  <a:lnTo>
                    <a:pt x="207696" y="0"/>
                  </a:lnTo>
                  <a:lnTo>
                    <a:pt x="207696" y="100012"/>
                  </a:lnTo>
                  <a:lnTo>
                    <a:pt x="294338" y="100012"/>
                  </a:lnTo>
                  <a:lnTo>
                    <a:pt x="294338" y="221066"/>
                  </a:lnTo>
                  <a:lnTo>
                    <a:pt x="207696" y="22106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61F4526-26AF-F26C-A561-6E94BB381CB2}"/>
                </a:ext>
              </a:extLst>
            </p:cNvPr>
            <p:cNvSpPr/>
            <p:nvPr/>
          </p:nvSpPr>
          <p:spPr>
            <a:xfrm>
              <a:off x="6397543" y="3623052"/>
              <a:ext cx="897396" cy="4434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HV BAT</a:t>
              </a:r>
              <a:endParaRPr lang="ko-KR" altLang="en-US" sz="10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607B87C-B2B0-BBBB-F55F-1A847F46FCB1}"/>
                </a:ext>
              </a:extLst>
            </p:cNvPr>
            <p:cNvSpPr/>
            <p:nvPr/>
          </p:nvSpPr>
          <p:spPr>
            <a:xfrm>
              <a:off x="6397543" y="4701113"/>
              <a:ext cx="897396" cy="4434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BAT Chiller</a:t>
              </a:r>
              <a:endParaRPr lang="ko-KR" altLang="en-US" sz="10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8E1C5D9-95EA-4A80-EA89-7338D16979F5}"/>
                </a:ext>
              </a:extLst>
            </p:cNvPr>
            <p:cNvSpPr/>
            <p:nvPr/>
          </p:nvSpPr>
          <p:spPr>
            <a:xfrm>
              <a:off x="3188454" y="2616993"/>
              <a:ext cx="368300" cy="3683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P</a:t>
              </a:r>
              <a:endParaRPr lang="ko-KR" altLang="en-US" sz="14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D2133FFF-4F08-1A7B-23E4-97AA0E3E810C}"/>
                </a:ext>
              </a:extLst>
            </p:cNvPr>
            <p:cNvSpPr/>
            <p:nvPr/>
          </p:nvSpPr>
          <p:spPr>
            <a:xfrm>
              <a:off x="3188454" y="3329781"/>
              <a:ext cx="368300" cy="3683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P</a:t>
              </a:r>
              <a:endParaRPr lang="ko-KR" altLang="en-US" sz="14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4C3339A-ED8C-EBCA-183F-7F7E14B62699}"/>
                </a:ext>
              </a:extLst>
            </p:cNvPr>
            <p:cNvSpPr/>
            <p:nvPr/>
          </p:nvSpPr>
          <p:spPr>
            <a:xfrm>
              <a:off x="6073471" y="2602230"/>
              <a:ext cx="368300" cy="3683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P</a:t>
              </a:r>
              <a:endParaRPr lang="ko-KR" altLang="en-US" sz="14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F7994EE-BC68-53DC-F62C-D612680DE6C8}"/>
                </a:ext>
              </a:extLst>
            </p:cNvPr>
            <p:cNvSpPr/>
            <p:nvPr/>
          </p:nvSpPr>
          <p:spPr>
            <a:xfrm>
              <a:off x="2005578" y="3291883"/>
              <a:ext cx="897396" cy="443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PE Coolant Reservoir</a:t>
              </a:r>
              <a:endParaRPr lang="ko-KR" altLang="en-US" sz="10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7ECD90D-E888-0DD3-6EC2-6A5B8C86555B}"/>
                </a:ext>
              </a:extLst>
            </p:cNvPr>
            <p:cNvSpPr/>
            <p:nvPr/>
          </p:nvSpPr>
          <p:spPr>
            <a:xfrm>
              <a:off x="3751071" y="3758136"/>
              <a:ext cx="897396" cy="4434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ICCU</a:t>
              </a:r>
              <a:endParaRPr lang="ko-KR" altLang="en-US" sz="10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525B1B6-0D27-A800-4415-7415E971D801}"/>
                </a:ext>
              </a:extLst>
            </p:cNvPr>
            <p:cNvSpPr/>
            <p:nvPr/>
          </p:nvSpPr>
          <p:spPr>
            <a:xfrm>
              <a:off x="3751071" y="4295768"/>
              <a:ext cx="897396" cy="4434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INVERTER</a:t>
              </a:r>
              <a:endParaRPr lang="ko-KR" altLang="en-US" sz="1000" b="1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B074DFB-B676-C1AA-658C-8A18759D3EA3}"/>
                </a:ext>
              </a:extLst>
            </p:cNvPr>
            <p:cNvSpPr/>
            <p:nvPr/>
          </p:nvSpPr>
          <p:spPr>
            <a:xfrm rot="5400000">
              <a:off x="747100" y="4374848"/>
              <a:ext cx="1607775" cy="2696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PE Coolant Radiator</a:t>
              </a:r>
              <a:endParaRPr lang="ko-KR" altLang="en-US" sz="10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A225CE5-4DFD-7924-C356-3A5890F99C77}"/>
                </a:ext>
              </a:extLst>
            </p:cNvPr>
            <p:cNvSpPr/>
            <p:nvPr/>
          </p:nvSpPr>
          <p:spPr>
            <a:xfrm rot="5400000">
              <a:off x="375625" y="4374848"/>
              <a:ext cx="1607775" cy="26962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BAT Coolant Radiator</a:t>
              </a:r>
              <a:endParaRPr lang="ko-KR" altLang="en-US" sz="10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83B6DF5-3603-D6AA-E728-816AEA34829B}"/>
                </a:ext>
              </a:extLst>
            </p:cNvPr>
            <p:cNvGrpSpPr/>
            <p:nvPr/>
          </p:nvGrpSpPr>
          <p:grpSpPr>
            <a:xfrm>
              <a:off x="1737303" y="3687336"/>
              <a:ext cx="96693" cy="1644650"/>
              <a:chOff x="1089603" y="3746500"/>
              <a:chExt cx="96693" cy="1644650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DD462488-CE1D-0E42-8A72-FC9A0C3B4053}"/>
                  </a:ext>
                </a:extLst>
              </p:cNvPr>
              <p:cNvSpPr/>
              <p:nvPr/>
            </p:nvSpPr>
            <p:spPr>
              <a:xfrm>
                <a:off x="1093499" y="3746500"/>
                <a:ext cx="88900" cy="8001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1B1FC2BD-0ABC-D3AB-C38B-235719A6A805}"/>
                  </a:ext>
                </a:extLst>
              </p:cNvPr>
              <p:cNvSpPr/>
              <p:nvPr/>
            </p:nvSpPr>
            <p:spPr>
              <a:xfrm>
                <a:off x="1093499" y="4591050"/>
                <a:ext cx="88900" cy="8001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B8B8A7DE-F717-F850-E094-185A41F92EBC}"/>
                  </a:ext>
                </a:extLst>
              </p:cNvPr>
              <p:cNvSpPr/>
              <p:nvPr/>
            </p:nvSpPr>
            <p:spPr>
              <a:xfrm>
                <a:off x="1089603" y="4493852"/>
                <a:ext cx="96693" cy="149947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D523E99F-4673-EE19-CA9A-B62605BBA500}"/>
                </a:ext>
              </a:extLst>
            </p:cNvPr>
            <p:cNvSpPr/>
            <p:nvPr/>
          </p:nvSpPr>
          <p:spPr>
            <a:xfrm>
              <a:off x="4827836" y="5707582"/>
              <a:ext cx="294338" cy="221067"/>
            </a:xfrm>
            <a:custGeom>
              <a:avLst/>
              <a:gdLst>
                <a:gd name="connsiteX0" fmla="*/ 207696 w 294338"/>
                <a:gd name="connsiteY0" fmla="*/ 221067 h 221067"/>
                <a:gd name="connsiteX1" fmla="*/ 86642 w 294338"/>
                <a:gd name="connsiteY1" fmla="*/ 221067 h 221067"/>
                <a:gd name="connsiteX2" fmla="*/ 86642 w 294338"/>
                <a:gd name="connsiteY2" fmla="*/ 221066 h 221067"/>
                <a:gd name="connsiteX3" fmla="*/ 0 w 294338"/>
                <a:gd name="connsiteY3" fmla="*/ 221065 h 221067"/>
                <a:gd name="connsiteX4" fmla="*/ 0 w 294338"/>
                <a:gd name="connsiteY4" fmla="*/ 100011 h 221067"/>
                <a:gd name="connsiteX5" fmla="*/ 86642 w 294338"/>
                <a:gd name="connsiteY5" fmla="*/ 100012 h 221067"/>
                <a:gd name="connsiteX6" fmla="*/ 86642 w 294338"/>
                <a:gd name="connsiteY6" fmla="*/ 0 h 221067"/>
                <a:gd name="connsiteX7" fmla="*/ 207696 w 294338"/>
                <a:gd name="connsiteY7" fmla="*/ 0 h 221067"/>
                <a:gd name="connsiteX8" fmla="*/ 207696 w 294338"/>
                <a:gd name="connsiteY8" fmla="*/ 100012 h 221067"/>
                <a:gd name="connsiteX9" fmla="*/ 294338 w 294338"/>
                <a:gd name="connsiteY9" fmla="*/ 100012 h 221067"/>
                <a:gd name="connsiteX10" fmla="*/ 294338 w 294338"/>
                <a:gd name="connsiteY10" fmla="*/ 221066 h 221067"/>
                <a:gd name="connsiteX11" fmla="*/ 207696 w 294338"/>
                <a:gd name="connsiteY11" fmla="*/ 221066 h 22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4338" h="221067">
                  <a:moveTo>
                    <a:pt x="207696" y="221067"/>
                  </a:moveTo>
                  <a:lnTo>
                    <a:pt x="86642" y="221067"/>
                  </a:lnTo>
                  <a:lnTo>
                    <a:pt x="86642" y="221066"/>
                  </a:lnTo>
                  <a:lnTo>
                    <a:pt x="0" y="221065"/>
                  </a:lnTo>
                  <a:lnTo>
                    <a:pt x="0" y="100011"/>
                  </a:lnTo>
                  <a:lnTo>
                    <a:pt x="86642" y="100012"/>
                  </a:lnTo>
                  <a:lnTo>
                    <a:pt x="86642" y="0"/>
                  </a:lnTo>
                  <a:lnTo>
                    <a:pt x="207696" y="0"/>
                  </a:lnTo>
                  <a:lnTo>
                    <a:pt x="207696" y="100012"/>
                  </a:lnTo>
                  <a:lnTo>
                    <a:pt x="294338" y="100012"/>
                  </a:lnTo>
                  <a:lnTo>
                    <a:pt x="294338" y="221066"/>
                  </a:lnTo>
                  <a:lnTo>
                    <a:pt x="207696" y="22106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2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51B149AA-5921-3517-E695-2123E8ED257F}"/>
                </a:ext>
              </a:extLst>
            </p:cNvPr>
            <p:cNvSpPr/>
            <p:nvPr/>
          </p:nvSpPr>
          <p:spPr>
            <a:xfrm rot="10800000">
              <a:off x="5360412" y="5704245"/>
              <a:ext cx="349325" cy="280845"/>
            </a:xfrm>
            <a:custGeom>
              <a:avLst/>
              <a:gdLst>
                <a:gd name="connsiteX0" fmla="*/ 282036 w 349325"/>
                <a:gd name="connsiteY0" fmla="*/ 280845 h 280845"/>
                <a:gd name="connsiteX1" fmla="*/ 67290 w 349325"/>
                <a:gd name="connsiteY1" fmla="*/ 280845 h 280845"/>
                <a:gd name="connsiteX2" fmla="*/ 172193 w 349325"/>
                <a:gd name="connsiteY2" fmla="*/ 109392 h 280845"/>
                <a:gd name="connsiteX3" fmla="*/ 0 w 349325"/>
                <a:gd name="connsiteY3" fmla="*/ 214747 h 280845"/>
                <a:gd name="connsiteX4" fmla="*/ 0 w 349325"/>
                <a:gd name="connsiteY4" fmla="*/ 0 h 280845"/>
                <a:gd name="connsiteX5" fmla="*/ 173990 w 349325"/>
                <a:gd name="connsiteY5" fmla="*/ 106455 h 280845"/>
                <a:gd name="connsiteX6" fmla="*/ 174663 w 349325"/>
                <a:gd name="connsiteY6" fmla="*/ 105354 h 280845"/>
                <a:gd name="connsiteX7" fmla="*/ 175336 w 349325"/>
                <a:gd name="connsiteY7" fmla="*/ 106454 h 280845"/>
                <a:gd name="connsiteX8" fmla="*/ 349325 w 349325"/>
                <a:gd name="connsiteY8" fmla="*/ 0 h 280845"/>
                <a:gd name="connsiteX9" fmla="*/ 349325 w 349325"/>
                <a:gd name="connsiteY9" fmla="*/ 214747 h 280845"/>
                <a:gd name="connsiteX10" fmla="*/ 177135 w 349325"/>
                <a:gd name="connsiteY10" fmla="*/ 109393 h 28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325" h="280845">
                  <a:moveTo>
                    <a:pt x="282036" y="280845"/>
                  </a:moveTo>
                  <a:lnTo>
                    <a:pt x="67290" y="280845"/>
                  </a:lnTo>
                  <a:lnTo>
                    <a:pt x="172193" y="109392"/>
                  </a:lnTo>
                  <a:lnTo>
                    <a:pt x="0" y="214747"/>
                  </a:lnTo>
                  <a:lnTo>
                    <a:pt x="0" y="0"/>
                  </a:lnTo>
                  <a:lnTo>
                    <a:pt x="173990" y="106455"/>
                  </a:lnTo>
                  <a:lnTo>
                    <a:pt x="174663" y="105354"/>
                  </a:lnTo>
                  <a:lnTo>
                    <a:pt x="175336" y="106454"/>
                  </a:lnTo>
                  <a:lnTo>
                    <a:pt x="349325" y="0"/>
                  </a:lnTo>
                  <a:lnTo>
                    <a:pt x="349325" y="214747"/>
                  </a:lnTo>
                  <a:lnTo>
                    <a:pt x="177135" y="109393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5D9976F5-F13E-6562-C079-8F3D11EB43DE}"/>
                </a:ext>
              </a:extLst>
            </p:cNvPr>
            <p:cNvSpPr/>
            <p:nvPr/>
          </p:nvSpPr>
          <p:spPr>
            <a:xfrm rot="10800000">
              <a:off x="2278924" y="5342294"/>
              <a:ext cx="349325" cy="280845"/>
            </a:xfrm>
            <a:custGeom>
              <a:avLst/>
              <a:gdLst>
                <a:gd name="connsiteX0" fmla="*/ 282036 w 349325"/>
                <a:gd name="connsiteY0" fmla="*/ 280845 h 280845"/>
                <a:gd name="connsiteX1" fmla="*/ 67290 w 349325"/>
                <a:gd name="connsiteY1" fmla="*/ 280845 h 280845"/>
                <a:gd name="connsiteX2" fmla="*/ 172193 w 349325"/>
                <a:gd name="connsiteY2" fmla="*/ 109392 h 280845"/>
                <a:gd name="connsiteX3" fmla="*/ 0 w 349325"/>
                <a:gd name="connsiteY3" fmla="*/ 214747 h 280845"/>
                <a:gd name="connsiteX4" fmla="*/ 0 w 349325"/>
                <a:gd name="connsiteY4" fmla="*/ 0 h 280845"/>
                <a:gd name="connsiteX5" fmla="*/ 173990 w 349325"/>
                <a:gd name="connsiteY5" fmla="*/ 106455 h 280845"/>
                <a:gd name="connsiteX6" fmla="*/ 174663 w 349325"/>
                <a:gd name="connsiteY6" fmla="*/ 105354 h 280845"/>
                <a:gd name="connsiteX7" fmla="*/ 175336 w 349325"/>
                <a:gd name="connsiteY7" fmla="*/ 106454 h 280845"/>
                <a:gd name="connsiteX8" fmla="*/ 349325 w 349325"/>
                <a:gd name="connsiteY8" fmla="*/ 0 h 280845"/>
                <a:gd name="connsiteX9" fmla="*/ 349325 w 349325"/>
                <a:gd name="connsiteY9" fmla="*/ 214747 h 280845"/>
                <a:gd name="connsiteX10" fmla="*/ 177135 w 349325"/>
                <a:gd name="connsiteY10" fmla="*/ 109393 h 28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325" h="280845">
                  <a:moveTo>
                    <a:pt x="282036" y="280845"/>
                  </a:moveTo>
                  <a:lnTo>
                    <a:pt x="67290" y="280845"/>
                  </a:lnTo>
                  <a:lnTo>
                    <a:pt x="172193" y="109392"/>
                  </a:lnTo>
                  <a:lnTo>
                    <a:pt x="0" y="214747"/>
                  </a:lnTo>
                  <a:lnTo>
                    <a:pt x="0" y="0"/>
                  </a:lnTo>
                  <a:lnTo>
                    <a:pt x="173990" y="106455"/>
                  </a:lnTo>
                  <a:lnTo>
                    <a:pt x="174663" y="105354"/>
                  </a:lnTo>
                  <a:lnTo>
                    <a:pt x="175336" y="106454"/>
                  </a:lnTo>
                  <a:lnTo>
                    <a:pt x="349325" y="0"/>
                  </a:lnTo>
                  <a:lnTo>
                    <a:pt x="349325" y="214747"/>
                  </a:lnTo>
                  <a:lnTo>
                    <a:pt x="177135" y="109393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52299EC-E4DB-A72B-033B-2654717B3B72}"/>
                </a:ext>
              </a:extLst>
            </p:cNvPr>
            <p:cNvSpPr txBox="1"/>
            <p:nvPr/>
          </p:nvSpPr>
          <p:spPr>
            <a:xfrm>
              <a:off x="2919483" y="6003646"/>
              <a:ext cx="6671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Radiator</a:t>
              </a:r>
              <a:endParaRPr lang="ko-KR" altLang="en-US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03531D-559B-FA9F-6C65-5699F5BCA8ED}"/>
                </a:ext>
              </a:extLst>
            </p:cNvPr>
            <p:cNvSpPr txBox="1"/>
            <p:nvPr/>
          </p:nvSpPr>
          <p:spPr>
            <a:xfrm>
              <a:off x="3031806" y="3696493"/>
              <a:ext cx="6815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PE EWP</a:t>
              </a:r>
              <a:endParaRPr lang="ko-KR" altLang="en-US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F9072FF-DC27-0FD3-9AF1-299AC66E8B76}"/>
                </a:ext>
              </a:extLst>
            </p:cNvPr>
            <p:cNvSpPr txBox="1"/>
            <p:nvPr/>
          </p:nvSpPr>
          <p:spPr>
            <a:xfrm>
              <a:off x="2936428" y="2977355"/>
              <a:ext cx="8723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BAT</a:t>
              </a:r>
              <a:r>
                <a:rPr lang="ko-KR" altLang="en-US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 </a:t>
              </a:r>
              <a:r>
                <a:rPr lang="en-US" altLang="ko-KR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EWP 2</a:t>
              </a:r>
              <a:endParaRPr lang="ko-KR" altLang="en-US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643061-7CD1-8709-DFE9-92A63462067A}"/>
                </a:ext>
              </a:extLst>
            </p:cNvPr>
            <p:cNvSpPr txBox="1"/>
            <p:nvPr/>
          </p:nvSpPr>
          <p:spPr>
            <a:xfrm>
              <a:off x="5817740" y="2977355"/>
              <a:ext cx="8723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BAT</a:t>
              </a:r>
              <a:r>
                <a:rPr lang="ko-KR" altLang="en-US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 </a:t>
              </a:r>
              <a:r>
                <a:rPr lang="en-US" altLang="ko-KR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EWP 1</a:t>
              </a:r>
              <a:endParaRPr lang="ko-KR" altLang="en-US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F3DD0D-967C-DD21-63A9-563212BC0273}"/>
                </a:ext>
              </a:extLst>
            </p:cNvPr>
            <p:cNvSpPr txBox="1"/>
            <p:nvPr/>
          </p:nvSpPr>
          <p:spPr>
            <a:xfrm>
              <a:off x="5084456" y="5982215"/>
              <a:ext cx="9092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3-Way Valve</a:t>
              </a:r>
              <a:endParaRPr lang="ko-KR" altLang="en-US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2BF173A-03E5-7115-0A6A-71E8637170C8}"/>
                </a:ext>
              </a:extLst>
            </p:cNvPr>
            <p:cNvSpPr txBox="1"/>
            <p:nvPr/>
          </p:nvSpPr>
          <p:spPr>
            <a:xfrm>
              <a:off x="2000242" y="5597183"/>
              <a:ext cx="9092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3-Way Valve</a:t>
              </a:r>
              <a:endParaRPr lang="ko-KR" altLang="en-US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DE44C1A9-5A39-7485-9D66-F553D8318664}"/>
                </a:ext>
              </a:extLst>
            </p:cNvPr>
            <p:cNvSpPr/>
            <p:nvPr/>
          </p:nvSpPr>
          <p:spPr>
            <a:xfrm>
              <a:off x="3255169" y="5241131"/>
              <a:ext cx="942975" cy="276225"/>
            </a:xfrm>
            <a:custGeom>
              <a:avLst/>
              <a:gdLst>
                <a:gd name="connsiteX0" fmla="*/ 942975 w 942975"/>
                <a:gd name="connsiteY0" fmla="*/ 0 h 276225"/>
                <a:gd name="connsiteX1" fmla="*/ 942975 w 942975"/>
                <a:gd name="connsiteY1" fmla="*/ 276225 h 276225"/>
                <a:gd name="connsiteX2" fmla="*/ 0 w 942975"/>
                <a:gd name="connsiteY2" fmla="*/ 27622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2975" h="276225">
                  <a:moveTo>
                    <a:pt x="942975" y="0"/>
                  </a:moveTo>
                  <a:lnTo>
                    <a:pt x="942975" y="276225"/>
                  </a:lnTo>
                  <a:lnTo>
                    <a:pt x="0" y="276225"/>
                  </a:lnTo>
                </a:path>
              </a:pathLst>
            </a:custGeom>
            <a:noFill/>
            <a:ln w="31750">
              <a:gradFill flip="none" rotWithShape="1">
                <a:gsLst>
                  <a:gs pos="63000">
                    <a:srgbClr val="C00000"/>
                  </a:gs>
                  <a:gs pos="0">
                    <a:schemeClr val="accent6">
                      <a:lumMod val="50000"/>
                      <a:alpha val="1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05A00C5-F572-3F18-8E9A-2C25441DB8D9}"/>
                </a:ext>
              </a:extLst>
            </p:cNvPr>
            <p:cNvSpPr/>
            <p:nvPr/>
          </p:nvSpPr>
          <p:spPr>
            <a:xfrm>
              <a:off x="3751071" y="4833400"/>
              <a:ext cx="897396" cy="4434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TRACTION</a:t>
              </a:r>
              <a:br>
                <a:rPr lang="en-US" altLang="ko-KR" sz="1000" b="1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</a:br>
              <a:r>
                <a:rPr lang="en-US" altLang="ko-KR" sz="1000" b="1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MOTOR</a:t>
              </a:r>
              <a:endParaRPr lang="ko-KR" altLang="en-US" sz="1000" b="1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A8263E5-BC4F-7351-7898-1219A8E5E4AF}"/>
                </a:ext>
              </a:extLst>
            </p:cNvPr>
            <p:cNvSpPr txBox="1"/>
            <p:nvPr/>
          </p:nvSpPr>
          <p:spPr>
            <a:xfrm>
              <a:off x="3685072" y="5527395"/>
              <a:ext cx="10086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>
                  <a:solidFill>
                    <a:srgbClr val="C00000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Heat Transfer</a:t>
              </a:r>
            </a:p>
          </p:txBody>
        </p:sp>
        <p:sp>
          <p:nvSpPr>
            <p:cNvPr id="38" name="왼쪽 중괄호 37">
              <a:extLst>
                <a:ext uri="{FF2B5EF4-FFF2-40B4-BE49-F238E27FC236}">
                  <a16:creationId xmlns:a16="http://schemas.microsoft.com/office/drawing/2014/main" id="{2C4D041D-1828-7593-3E58-47406FFA7AF3}"/>
                </a:ext>
              </a:extLst>
            </p:cNvPr>
            <p:cNvSpPr/>
            <p:nvPr/>
          </p:nvSpPr>
          <p:spPr>
            <a:xfrm>
              <a:off x="3605213" y="4298957"/>
              <a:ext cx="102393" cy="975512"/>
            </a:xfrm>
            <a:prstGeom prst="leftBrace">
              <a:avLst>
                <a:gd name="adj1" fmla="val 39501"/>
                <a:gd name="adj2" fmla="val 50000"/>
              </a:avLst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F6A49E1-A56E-CC07-3ED8-BF17C94D5735}"/>
                </a:ext>
              </a:extLst>
            </p:cNvPr>
            <p:cNvSpPr txBox="1"/>
            <p:nvPr/>
          </p:nvSpPr>
          <p:spPr>
            <a:xfrm>
              <a:off x="3041282" y="4584102"/>
              <a:ext cx="6270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>
                  <a:solidFill>
                    <a:srgbClr val="C00000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Heat</a:t>
              </a:r>
            </a:p>
            <a:p>
              <a:pPr algn="ctr"/>
              <a:r>
                <a:rPr lang="en-US" altLang="ko-KR" sz="1000" b="1">
                  <a:solidFill>
                    <a:srgbClr val="C00000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Source</a:t>
              </a:r>
              <a:endParaRPr lang="ko-KR" altLang="en-US" sz="1000" b="1">
                <a:solidFill>
                  <a:srgbClr val="C00000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548476C-F87E-5AC3-B257-B7796637E895}"/>
                </a:ext>
              </a:extLst>
            </p:cNvPr>
            <p:cNvCxnSpPr>
              <a:cxnSpLocks/>
            </p:cNvCxnSpPr>
            <p:nvPr/>
          </p:nvCxnSpPr>
          <p:spPr>
            <a:xfrm>
              <a:off x="3162300" y="5591175"/>
              <a:ext cx="0" cy="19685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70447DEE-EB32-4492-1BCB-1DABD3D7107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591175"/>
              <a:ext cx="0" cy="196850"/>
            </a:xfrm>
            <a:prstGeom prst="straightConnector1">
              <a:avLst/>
            </a:prstGeom>
            <a:ln w="19050">
              <a:solidFill>
                <a:schemeClr val="bg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D2B30DF-A2ED-025E-AFC1-6C222FCD8CE6}"/>
                </a:ext>
              </a:extLst>
            </p:cNvPr>
            <p:cNvSpPr/>
            <p:nvPr/>
          </p:nvSpPr>
          <p:spPr>
            <a:xfrm>
              <a:off x="6397127" y="4162083"/>
              <a:ext cx="897396" cy="4434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ea typeface="에스코어 드림 4 Regular" panose="020B0503030302020204" pitchFamily="34" charset="-127"/>
                  <a:cs typeface="Arial" panose="020B0604020202020204" pitchFamily="34" charset="0"/>
                </a:rPr>
                <a:t>BAT PTC Heater</a:t>
              </a:r>
              <a:endParaRPr lang="ko-KR" altLang="en-US" sz="1000">
                <a:solidFill>
                  <a:schemeClr val="tx1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7AA92DAC-7D6B-DBE1-3AC7-5687CC6AD1FD}"/>
                </a:ext>
              </a:extLst>
            </p:cNvPr>
            <p:cNvCxnSpPr>
              <a:cxnSpLocks/>
            </p:cNvCxnSpPr>
            <p:nvPr/>
          </p:nvCxnSpPr>
          <p:spPr>
            <a:xfrm>
              <a:off x="6359825" y="4131808"/>
              <a:ext cx="972000" cy="5040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FAD14839-BF0E-E530-3DEC-F76DE1CF8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9825" y="4131808"/>
              <a:ext cx="972000" cy="5040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17031D13-D181-A97E-8CEE-E65682E39DC6}"/>
              </a:ext>
            </a:extLst>
          </p:cNvPr>
          <p:cNvSpPr/>
          <p:nvPr/>
        </p:nvSpPr>
        <p:spPr>
          <a:xfrm rot="5400000">
            <a:off x="6191311" y="3419490"/>
            <a:ext cx="2072824" cy="354842"/>
          </a:xfrm>
          <a:prstGeom prst="triangle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0642EDB-5ACB-B670-649F-916E4D3FF060}"/>
              </a:ext>
            </a:extLst>
          </p:cNvPr>
          <p:cNvGrpSpPr/>
          <p:nvPr/>
        </p:nvGrpSpPr>
        <p:grpSpPr>
          <a:xfrm rot="10800000">
            <a:off x="8366761" y="3424870"/>
            <a:ext cx="2387601" cy="1866318"/>
            <a:chOff x="4203742" y="1885314"/>
            <a:chExt cx="2865492" cy="2239871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150362D-4893-1044-C202-17D4775E7A34}"/>
                </a:ext>
              </a:extLst>
            </p:cNvPr>
            <p:cNvSpPr/>
            <p:nvPr/>
          </p:nvSpPr>
          <p:spPr bwMode="auto">
            <a:xfrm>
              <a:off x="4383742" y="2285681"/>
              <a:ext cx="2361318" cy="375830"/>
            </a:xfrm>
            <a:prstGeom prst="rect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30FDED8-1E5B-5B04-C8EC-36A1BC1E557D}"/>
                </a:ext>
              </a:extLst>
            </p:cNvPr>
            <p:cNvSpPr/>
            <p:nvPr/>
          </p:nvSpPr>
          <p:spPr bwMode="auto">
            <a:xfrm>
              <a:off x="4793513" y="2285791"/>
              <a:ext cx="1336989" cy="3773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C3F1B67-3444-73D6-BC17-1AE97442BBF1}"/>
                </a:ext>
              </a:extLst>
            </p:cNvPr>
            <p:cNvSpPr/>
            <p:nvPr/>
          </p:nvSpPr>
          <p:spPr bwMode="auto">
            <a:xfrm>
              <a:off x="4793513" y="2728084"/>
              <a:ext cx="1336989" cy="7289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DE9B0C0-897C-1C7F-ADDA-D1C7BA244D76}"/>
                </a:ext>
              </a:extLst>
            </p:cNvPr>
            <p:cNvSpPr/>
            <p:nvPr/>
          </p:nvSpPr>
          <p:spPr bwMode="auto">
            <a:xfrm>
              <a:off x="4793513" y="3516512"/>
              <a:ext cx="1336989" cy="3773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A2D58261-1BCA-4C58-0174-E04C73E568B0}"/>
                </a:ext>
              </a:extLst>
            </p:cNvPr>
            <p:cNvSpPr/>
            <p:nvPr/>
          </p:nvSpPr>
          <p:spPr bwMode="auto">
            <a:xfrm>
              <a:off x="4646704" y="2395465"/>
              <a:ext cx="1630607" cy="157960"/>
            </a:xfrm>
            <a:prstGeom prst="roundRect">
              <a:avLst/>
            </a:prstGeom>
            <a:gradFill>
              <a:gsLst>
                <a:gs pos="56000">
                  <a:schemeClr val="accent2">
                    <a:lumMod val="20000"/>
                    <a:lumOff val="80000"/>
                  </a:schemeClr>
                </a:gs>
                <a:gs pos="100000">
                  <a:srgbClr val="C00000"/>
                </a:gs>
                <a:gs pos="0">
                  <a:srgbClr val="C00000"/>
                </a:gs>
              </a:gsLst>
              <a:lin ang="0" scaled="0"/>
            </a:gradFill>
            <a:ln w="9525" cap="flat" cmpd="sng" algn="ctr">
              <a:solidFill>
                <a:srgbClr val="BB948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marR="0" indent="-298450" algn="l" defTabSz="957263" rtl="0" eaLnBrk="1" fontAlgn="base" latinLnBrk="1" hangingPunct="1">
                <a:lnSpc>
                  <a:spcPct val="16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9C57257A-8814-9DAF-C36B-C553AC7A0F06}"/>
                </a:ext>
              </a:extLst>
            </p:cNvPr>
            <p:cNvSpPr/>
            <p:nvPr/>
          </p:nvSpPr>
          <p:spPr bwMode="auto">
            <a:xfrm>
              <a:off x="4646704" y="3626186"/>
              <a:ext cx="1630607" cy="157960"/>
            </a:xfrm>
            <a:prstGeom prst="roundRect">
              <a:avLst/>
            </a:prstGeom>
            <a:gradFill>
              <a:gsLst>
                <a:gs pos="56000">
                  <a:schemeClr val="accent2">
                    <a:lumMod val="20000"/>
                    <a:lumOff val="80000"/>
                  </a:schemeClr>
                </a:gs>
                <a:gs pos="100000">
                  <a:srgbClr val="C00000"/>
                </a:gs>
                <a:gs pos="0">
                  <a:srgbClr val="C00000"/>
                </a:gs>
              </a:gsLst>
              <a:lin ang="0" scaled="0"/>
            </a:gradFill>
            <a:ln w="9525" cap="flat" cmpd="sng" algn="ctr">
              <a:solidFill>
                <a:srgbClr val="BB948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marR="0" indent="-298450" algn="l" defTabSz="957263" rtl="0" eaLnBrk="1" fontAlgn="base" latinLnBrk="1" hangingPunct="1">
                <a:lnSpc>
                  <a:spcPct val="16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itchFamily="2" charset="2"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1E5BF33-CEF1-A928-20A0-2612D118EF2F}"/>
                </a:ext>
              </a:extLst>
            </p:cNvPr>
            <p:cNvSpPr/>
            <p:nvPr/>
          </p:nvSpPr>
          <p:spPr bwMode="auto">
            <a:xfrm>
              <a:off x="4793513" y="2790581"/>
              <a:ext cx="1336989" cy="1266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D0A34C8-C416-5516-CC2E-7FC14468D5DC}"/>
                </a:ext>
              </a:extLst>
            </p:cNvPr>
            <p:cNvSpPr/>
            <p:nvPr/>
          </p:nvSpPr>
          <p:spPr bwMode="auto">
            <a:xfrm>
              <a:off x="4793513" y="3267898"/>
              <a:ext cx="1336989" cy="1266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02EECF2B-C917-D254-E639-642D82CD89AD}"/>
                </a:ext>
              </a:extLst>
            </p:cNvPr>
            <p:cNvSpPr/>
            <p:nvPr/>
          </p:nvSpPr>
          <p:spPr bwMode="auto">
            <a:xfrm>
              <a:off x="4383742" y="2053589"/>
              <a:ext cx="2361318" cy="23327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EDE9530-8824-58F1-12D5-B14EECBECDA7}"/>
                </a:ext>
              </a:extLst>
            </p:cNvPr>
            <p:cNvSpPr/>
            <p:nvPr/>
          </p:nvSpPr>
          <p:spPr bwMode="auto">
            <a:xfrm>
              <a:off x="4383742" y="3891914"/>
              <a:ext cx="2361318" cy="23327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F5000D4-248A-4C23-EE23-9DE4DB44AFE8}"/>
                </a:ext>
              </a:extLst>
            </p:cNvPr>
            <p:cNvSpPr/>
            <p:nvPr/>
          </p:nvSpPr>
          <p:spPr bwMode="auto">
            <a:xfrm>
              <a:off x="6745060" y="2053589"/>
              <a:ext cx="180000" cy="20715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19416F7-8F04-32B9-AE99-DAA4E667D71B}"/>
                </a:ext>
              </a:extLst>
            </p:cNvPr>
            <p:cNvSpPr/>
            <p:nvPr/>
          </p:nvSpPr>
          <p:spPr bwMode="auto">
            <a:xfrm>
              <a:off x="4203742" y="2053589"/>
              <a:ext cx="180000" cy="20715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2693CBBF-9827-9B4F-BD42-21F6599B208A}"/>
                </a:ext>
              </a:extLst>
            </p:cNvPr>
            <p:cNvSpPr/>
            <p:nvPr/>
          </p:nvSpPr>
          <p:spPr bwMode="auto">
            <a:xfrm>
              <a:off x="4207853" y="3001327"/>
              <a:ext cx="2861381" cy="18245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0356574-2374-A898-F550-6E3A7966D272}"/>
                </a:ext>
              </a:extLst>
            </p:cNvPr>
            <p:cNvSpPr/>
            <p:nvPr/>
          </p:nvSpPr>
          <p:spPr bwMode="auto">
            <a:xfrm>
              <a:off x="6655060" y="2835131"/>
              <a:ext cx="180000" cy="52100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33F312C-6138-7485-5FB2-1A9CEF58FF97}"/>
                </a:ext>
              </a:extLst>
            </p:cNvPr>
            <p:cNvSpPr/>
            <p:nvPr/>
          </p:nvSpPr>
          <p:spPr bwMode="auto">
            <a:xfrm>
              <a:off x="6655060" y="2880923"/>
              <a:ext cx="180000" cy="1235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760A9B4-742E-C290-664A-8B15553E96DE}"/>
                </a:ext>
              </a:extLst>
            </p:cNvPr>
            <p:cNvSpPr/>
            <p:nvPr/>
          </p:nvSpPr>
          <p:spPr bwMode="auto">
            <a:xfrm>
              <a:off x="6655060" y="3187864"/>
              <a:ext cx="180000" cy="1235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848F58AC-B4FA-55A9-F816-9A182DDC84A8}"/>
                </a:ext>
              </a:extLst>
            </p:cNvPr>
            <p:cNvSpPr/>
            <p:nvPr/>
          </p:nvSpPr>
          <p:spPr>
            <a:xfrm>
              <a:off x="6702198" y="2899820"/>
              <a:ext cx="85725" cy="85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9DC8B290-1C8B-AC0D-66EF-44FBE0EB8E36}"/>
                </a:ext>
              </a:extLst>
            </p:cNvPr>
            <p:cNvSpPr/>
            <p:nvPr/>
          </p:nvSpPr>
          <p:spPr>
            <a:xfrm>
              <a:off x="6702198" y="3206761"/>
              <a:ext cx="85725" cy="85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95997E25-847A-3E7E-1174-AF028C62B1A1}"/>
                </a:ext>
              </a:extLst>
            </p:cNvPr>
            <p:cNvSpPr/>
            <p:nvPr/>
          </p:nvSpPr>
          <p:spPr bwMode="auto">
            <a:xfrm>
              <a:off x="4290478" y="2835131"/>
              <a:ext cx="180000" cy="52100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777E550F-399D-3CA4-39E8-F10FE4A698CB}"/>
                </a:ext>
              </a:extLst>
            </p:cNvPr>
            <p:cNvSpPr/>
            <p:nvPr/>
          </p:nvSpPr>
          <p:spPr bwMode="auto">
            <a:xfrm>
              <a:off x="4290478" y="2880923"/>
              <a:ext cx="180000" cy="1235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0C5FDCFD-237A-E2CC-8DDC-DCC8E222ED78}"/>
                </a:ext>
              </a:extLst>
            </p:cNvPr>
            <p:cNvSpPr/>
            <p:nvPr/>
          </p:nvSpPr>
          <p:spPr bwMode="auto">
            <a:xfrm>
              <a:off x="4290478" y="3187864"/>
              <a:ext cx="180000" cy="1235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0CD00D5-5A96-A316-AD7E-3440F66AD316}"/>
                </a:ext>
              </a:extLst>
            </p:cNvPr>
            <p:cNvSpPr/>
            <p:nvPr/>
          </p:nvSpPr>
          <p:spPr>
            <a:xfrm>
              <a:off x="4337616" y="2899820"/>
              <a:ext cx="85725" cy="85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3EDA998-AC63-2C02-52EE-DA64E2DDA842}"/>
                </a:ext>
              </a:extLst>
            </p:cNvPr>
            <p:cNvSpPr/>
            <p:nvPr/>
          </p:nvSpPr>
          <p:spPr>
            <a:xfrm>
              <a:off x="4337616" y="3206761"/>
              <a:ext cx="85725" cy="8572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11CAC83-4F19-1612-7E50-F429757D2289}"/>
                </a:ext>
              </a:extLst>
            </p:cNvPr>
            <p:cNvSpPr/>
            <p:nvPr/>
          </p:nvSpPr>
          <p:spPr bwMode="auto">
            <a:xfrm>
              <a:off x="4383742" y="1885314"/>
              <a:ext cx="126999" cy="424883"/>
            </a:xfrm>
            <a:prstGeom prst="rect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09FC4C78-06F3-127D-7534-44F0FFB9AF66}"/>
                </a:ext>
              </a:extLst>
            </p:cNvPr>
            <p:cNvSpPr/>
            <p:nvPr/>
          </p:nvSpPr>
          <p:spPr bwMode="auto">
            <a:xfrm>
              <a:off x="6618061" y="1885314"/>
              <a:ext cx="126999" cy="424883"/>
            </a:xfrm>
            <a:prstGeom prst="rect">
              <a:avLst/>
            </a:prstGeom>
            <a:solidFill>
              <a:srgbClr val="FFC000"/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75" indent="-298450" defTabSz="957263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</a:pPr>
              <a:endParaRPr lang="ko-KR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71F4CF3-9305-6093-D054-B2409C9E7F0D}"/>
              </a:ext>
            </a:extLst>
          </p:cNvPr>
          <p:cNvSpPr txBox="1"/>
          <p:nvPr/>
        </p:nvSpPr>
        <p:spPr>
          <a:xfrm>
            <a:off x="7118782" y="4224019"/>
            <a:ext cx="1221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Forced heat gen.</a:t>
            </a:r>
          </a:p>
          <a:p>
            <a:pPr algn="ctr"/>
            <a:r>
              <a:rPr lang="en-US" altLang="ko-KR" sz="10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from copper wire</a:t>
            </a:r>
            <a:endParaRPr lang="ko-KR" altLang="en-US" sz="10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634521BE-9077-75CD-264D-6F12C0933FB4}"/>
              </a:ext>
            </a:extLst>
          </p:cNvPr>
          <p:cNvCxnSpPr>
            <a:cxnSpLocks/>
          </p:cNvCxnSpPr>
          <p:nvPr/>
        </p:nvCxnSpPr>
        <p:spPr>
          <a:xfrm>
            <a:off x="8229600" y="4603377"/>
            <a:ext cx="957919" cy="196171"/>
          </a:xfrm>
          <a:prstGeom prst="line">
            <a:avLst/>
          </a:prstGeom>
          <a:ln w="158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자유형: 도형 78">
            <a:extLst>
              <a:ext uri="{FF2B5EF4-FFF2-40B4-BE49-F238E27FC236}">
                <a16:creationId xmlns:a16="http://schemas.microsoft.com/office/drawing/2014/main" id="{CF94FB9A-BEF8-1E72-AC4E-2C806490285E}"/>
              </a:ext>
            </a:extLst>
          </p:cNvPr>
          <p:cNvSpPr/>
          <p:nvPr/>
        </p:nvSpPr>
        <p:spPr>
          <a:xfrm>
            <a:off x="8227900" y="2417107"/>
            <a:ext cx="2928258" cy="437357"/>
          </a:xfrm>
          <a:custGeom>
            <a:avLst/>
            <a:gdLst>
              <a:gd name="connsiteX0" fmla="*/ 0 w 2928258"/>
              <a:gd name="connsiteY0" fmla="*/ 0 h 437357"/>
              <a:gd name="connsiteX1" fmla="*/ 2928258 w 2928258"/>
              <a:gd name="connsiteY1" fmla="*/ 0 h 437357"/>
              <a:gd name="connsiteX2" fmla="*/ 2928258 w 2928258"/>
              <a:gd name="connsiteY2" fmla="*/ 92868 h 437357"/>
              <a:gd name="connsiteX3" fmla="*/ 2928258 w 2928258"/>
              <a:gd name="connsiteY3" fmla="*/ 151607 h 437357"/>
              <a:gd name="connsiteX4" fmla="*/ 2928258 w 2928258"/>
              <a:gd name="connsiteY4" fmla="*/ 437357 h 437357"/>
              <a:gd name="connsiteX5" fmla="*/ 2857502 w 2928258"/>
              <a:gd name="connsiteY5" fmla="*/ 437357 h 437357"/>
              <a:gd name="connsiteX6" fmla="*/ 2857502 w 2928258"/>
              <a:gd name="connsiteY6" fmla="*/ 151607 h 437357"/>
              <a:gd name="connsiteX7" fmla="*/ 2785381 w 2928258"/>
              <a:gd name="connsiteY7" fmla="*/ 151607 h 437357"/>
              <a:gd name="connsiteX8" fmla="*/ 2785381 w 2928258"/>
              <a:gd name="connsiteY8" fmla="*/ 437357 h 437357"/>
              <a:gd name="connsiteX9" fmla="*/ 2714625 w 2928258"/>
              <a:gd name="connsiteY9" fmla="*/ 437357 h 437357"/>
              <a:gd name="connsiteX10" fmla="*/ 2714625 w 2928258"/>
              <a:gd name="connsiteY10" fmla="*/ 151607 h 437357"/>
              <a:gd name="connsiteX11" fmla="*/ 2642506 w 2928258"/>
              <a:gd name="connsiteY11" fmla="*/ 151607 h 437357"/>
              <a:gd name="connsiteX12" fmla="*/ 2642506 w 2928258"/>
              <a:gd name="connsiteY12" fmla="*/ 437357 h 437357"/>
              <a:gd name="connsiteX13" fmla="*/ 2571750 w 2928258"/>
              <a:gd name="connsiteY13" fmla="*/ 437357 h 437357"/>
              <a:gd name="connsiteX14" fmla="*/ 2571750 w 2928258"/>
              <a:gd name="connsiteY14" fmla="*/ 151607 h 437357"/>
              <a:gd name="connsiteX15" fmla="*/ 2499631 w 2928258"/>
              <a:gd name="connsiteY15" fmla="*/ 151607 h 437357"/>
              <a:gd name="connsiteX16" fmla="*/ 2499631 w 2928258"/>
              <a:gd name="connsiteY16" fmla="*/ 437357 h 437357"/>
              <a:gd name="connsiteX17" fmla="*/ 2428875 w 2928258"/>
              <a:gd name="connsiteY17" fmla="*/ 437357 h 437357"/>
              <a:gd name="connsiteX18" fmla="*/ 2428875 w 2928258"/>
              <a:gd name="connsiteY18" fmla="*/ 151607 h 437357"/>
              <a:gd name="connsiteX19" fmla="*/ 2356756 w 2928258"/>
              <a:gd name="connsiteY19" fmla="*/ 151607 h 437357"/>
              <a:gd name="connsiteX20" fmla="*/ 2356756 w 2928258"/>
              <a:gd name="connsiteY20" fmla="*/ 437357 h 437357"/>
              <a:gd name="connsiteX21" fmla="*/ 2286000 w 2928258"/>
              <a:gd name="connsiteY21" fmla="*/ 437357 h 437357"/>
              <a:gd name="connsiteX22" fmla="*/ 2286000 w 2928258"/>
              <a:gd name="connsiteY22" fmla="*/ 151607 h 437357"/>
              <a:gd name="connsiteX23" fmla="*/ 2213881 w 2928258"/>
              <a:gd name="connsiteY23" fmla="*/ 151607 h 437357"/>
              <a:gd name="connsiteX24" fmla="*/ 2213881 w 2928258"/>
              <a:gd name="connsiteY24" fmla="*/ 437357 h 437357"/>
              <a:gd name="connsiteX25" fmla="*/ 2143125 w 2928258"/>
              <a:gd name="connsiteY25" fmla="*/ 437357 h 437357"/>
              <a:gd name="connsiteX26" fmla="*/ 2143125 w 2928258"/>
              <a:gd name="connsiteY26" fmla="*/ 151607 h 437357"/>
              <a:gd name="connsiteX27" fmla="*/ 2071006 w 2928258"/>
              <a:gd name="connsiteY27" fmla="*/ 151607 h 437357"/>
              <a:gd name="connsiteX28" fmla="*/ 2071006 w 2928258"/>
              <a:gd name="connsiteY28" fmla="*/ 437357 h 437357"/>
              <a:gd name="connsiteX29" fmla="*/ 2000250 w 2928258"/>
              <a:gd name="connsiteY29" fmla="*/ 437357 h 437357"/>
              <a:gd name="connsiteX30" fmla="*/ 2000250 w 2928258"/>
              <a:gd name="connsiteY30" fmla="*/ 151607 h 437357"/>
              <a:gd name="connsiteX31" fmla="*/ 1928131 w 2928258"/>
              <a:gd name="connsiteY31" fmla="*/ 151607 h 437357"/>
              <a:gd name="connsiteX32" fmla="*/ 1928131 w 2928258"/>
              <a:gd name="connsiteY32" fmla="*/ 437357 h 437357"/>
              <a:gd name="connsiteX33" fmla="*/ 1857375 w 2928258"/>
              <a:gd name="connsiteY33" fmla="*/ 437357 h 437357"/>
              <a:gd name="connsiteX34" fmla="*/ 1857375 w 2928258"/>
              <a:gd name="connsiteY34" fmla="*/ 151607 h 437357"/>
              <a:gd name="connsiteX35" fmla="*/ 1785256 w 2928258"/>
              <a:gd name="connsiteY35" fmla="*/ 151607 h 437357"/>
              <a:gd name="connsiteX36" fmla="*/ 1785256 w 2928258"/>
              <a:gd name="connsiteY36" fmla="*/ 437357 h 437357"/>
              <a:gd name="connsiteX37" fmla="*/ 1714500 w 2928258"/>
              <a:gd name="connsiteY37" fmla="*/ 437357 h 437357"/>
              <a:gd name="connsiteX38" fmla="*/ 1714500 w 2928258"/>
              <a:gd name="connsiteY38" fmla="*/ 151607 h 437357"/>
              <a:gd name="connsiteX39" fmla="*/ 1642381 w 2928258"/>
              <a:gd name="connsiteY39" fmla="*/ 151607 h 437357"/>
              <a:gd name="connsiteX40" fmla="*/ 1642381 w 2928258"/>
              <a:gd name="connsiteY40" fmla="*/ 437357 h 437357"/>
              <a:gd name="connsiteX41" fmla="*/ 1571625 w 2928258"/>
              <a:gd name="connsiteY41" fmla="*/ 437357 h 437357"/>
              <a:gd name="connsiteX42" fmla="*/ 1571625 w 2928258"/>
              <a:gd name="connsiteY42" fmla="*/ 151607 h 437357"/>
              <a:gd name="connsiteX43" fmla="*/ 1499506 w 2928258"/>
              <a:gd name="connsiteY43" fmla="*/ 151607 h 437357"/>
              <a:gd name="connsiteX44" fmla="*/ 1499506 w 2928258"/>
              <a:gd name="connsiteY44" fmla="*/ 437357 h 437357"/>
              <a:gd name="connsiteX45" fmla="*/ 1428750 w 2928258"/>
              <a:gd name="connsiteY45" fmla="*/ 437357 h 437357"/>
              <a:gd name="connsiteX46" fmla="*/ 1428750 w 2928258"/>
              <a:gd name="connsiteY46" fmla="*/ 151607 h 437357"/>
              <a:gd name="connsiteX47" fmla="*/ 1356631 w 2928258"/>
              <a:gd name="connsiteY47" fmla="*/ 151607 h 437357"/>
              <a:gd name="connsiteX48" fmla="*/ 1356631 w 2928258"/>
              <a:gd name="connsiteY48" fmla="*/ 437357 h 437357"/>
              <a:gd name="connsiteX49" fmla="*/ 1285875 w 2928258"/>
              <a:gd name="connsiteY49" fmla="*/ 437357 h 437357"/>
              <a:gd name="connsiteX50" fmla="*/ 1285875 w 2928258"/>
              <a:gd name="connsiteY50" fmla="*/ 151607 h 437357"/>
              <a:gd name="connsiteX51" fmla="*/ 1213756 w 2928258"/>
              <a:gd name="connsiteY51" fmla="*/ 151607 h 437357"/>
              <a:gd name="connsiteX52" fmla="*/ 1213756 w 2928258"/>
              <a:gd name="connsiteY52" fmla="*/ 437357 h 437357"/>
              <a:gd name="connsiteX53" fmla="*/ 1143000 w 2928258"/>
              <a:gd name="connsiteY53" fmla="*/ 437357 h 437357"/>
              <a:gd name="connsiteX54" fmla="*/ 1143000 w 2928258"/>
              <a:gd name="connsiteY54" fmla="*/ 151607 h 437357"/>
              <a:gd name="connsiteX55" fmla="*/ 1070881 w 2928258"/>
              <a:gd name="connsiteY55" fmla="*/ 151607 h 437357"/>
              <a:gd name="connsiteX56" fmla="*/ 1070881 w 2928258"/>
              <a:gd name="connsiteY56" fmla="*/ 437357 h 437357"/>
              <a:gd name="connsiteX57" fmla="*/ 1000125 w 2928258"/>
              <a:gd name="connsiteY57" fmla="*/ 437357 h 437357"/>
              <a:gd name="connsiteX58" fmla="*/ 1000125 w 2928258"/>
              <a:gd name="connsiteY58" fmla="*/ 151607 h 437357"/>
              <a:gd name="connsiteX59" fmla="*/ 928006 w 2928258"/>
              <a:gd name="connsiteY59" fmla="*/ 151607 h 437357"/>
              <a:gd name="connsiteX60" fmla="*/ 928006 w 2928258"/>
              <a:gd name="connsiteY60" fmla="*/ 437357 h 437357"/>
              <a:gd name="connsiteX61" fmla="*/ 857250 w 2928258"/>
              <a:gd name="connsiteY61" fmla="*/ 437357 h 437357"/>
              <a:gd name="connsiteX62" fmla="*/ 857250 w 2928258"/>
              <a:gd name="connsiteY62" fmla="*/ 151607 h 437357"/>
              <a:gd name="connsiteX63" fmla="*/ 785131 w 2928258"/>
              <a:gd name="connsiteY63" fmla="*/ 151607 h 437357"/>
              <a:gd name="connsiteX64" fmla="*/ 785131 w 2928258"/>
              <a:gd name="connsiteY64" fmla="*/ 437357 h 437357"/>
              <a:gd name="connsiteX65" fmla="*/ 714375 w 2928258"/>
              <a:gd name="connsiteY65" fmla="*/ 437357 h 437357"/>
              <a:gd name="connsiteX66" fmla="*/ 714375 w 2928258"/>
              <a:gd name="connsiteY66" fmla="*/ 151607 h 437357"/>
              <a:gd name="connsiteX67" fmla="*/ 642256 w 2928258"/>
              <a:gd name="connsiteY67" fmla="*/ 151607 h 437357"/>
              <a:gd name="connsiteX68" fmla="*/ 642256 w 2928258"/>
              <a:gd name="connsiteY68" fmla="*/ 437357 h 437357"/>
              <a:gd name="connsiteX69" fmla="*/ 571500 w 2928258"/>
              <a:gd name="connsiteY69" fmla="*/ 437357 h 437357"/>
              <a:gd name="connsiteX70" fmla="*/ 571500 w 2928258"/>
              <a:gd name="connsiteY70" fmla="*/ 151607 h 437357"/>
              <a:gd name="connsiteX71" fmla="*/ 499381 w 2928258"/>
              <a:gd name="connsiteY71" fmla="*/ 151607 h 437357"/>
              <a:gd name="connsiteX72" fmla="*/ 499381 w 2928258"/>
              <a:gd name="connsiteY72" fmla="*/ 437357 h 437357"/>
              <a:gd name="connsiteX73" fmla="*/ 428625 w 2928258"/>
              <a:gd name="connsiteY73" fmla="*/ 437357 h 437357"/>
              <a:gd name="connsiteX74" fmla="*/ 428625 w 2928258"/>
              <a:gd name="connsiteY74" fmla="*/ 151607 h 437357"/>
              <a:gd name="connsiteX75" fmla="*/ 356506 w 2928258"/>
              <a:gd name="connsiteY75" fmla="*/ 151607 h 437357"/>
              <a:gd name="connsiteX76" fmla="*/ 356506 w 2928258"/>
              <a:gd name="connsiteY76" fmla="*/ 437357 h 437357"/>
              <a:gd name="connsiteX77" fmla="*/ 285750 w 2928258"/>
              <a:gd name="connsiteY77" fmla="*/ 437357 h 437357"/>
              <a:gd name="connsiteX78" fmla="*/ 285750 w 2928258"/>
              <a:gd name="connsiteY78" fmla="*/ 151607 h 437357"/>
              <a:gd name="connsiteX79" fmla="*/ 213631 w 2928258"/>
              <a:gd name="connsiteY79" fmla="*/ 151607 h 437357"/>
              <a:gd name="connsiteX80" fmla="*/ 213631 w 2928258"/>
              <a:gd name="connsiteY80" fmla="*/ 437357 h 437357"/>
              <a:gd name="connsiteX81" fmla="*/ 142875 w 2928258"/>
              <a:gd name="connsiteY81" fmla="*/ 437357 h 437357"/>
              <a:gd name="connsiteX82" fmla="*/ 142875 w 2928258"/>
              <a:gd name="connsiteY82" fmla="*/ 151607 h 437357"/>
              <a:gd name="connsiteX83" fmla="*/ 70756 w 2928258"/>
              <a:gd name="connsiteY83" fmla="*/ 151607 h 437357"/>
              <a:gd name="connsiteX84" fmla="*/ 70756 w 2928258"/>
              <a:gd name="connsiteY84" fmla="*/ 437357 h 437357"/>
              <a:gd name="connsiteX85" fmla="*/ 0 w 2928258"/>
              <a:gd name="connsiteY85" fmla="*/ 437357 h 437357"/>
              <a:gd name="connsiteX86" fmla="*/ 0 w 2928258"/>
              <a:gd name="connsiteY86" fmla="*/ 151607 h 437357"/>
              <a:gd name="connsiteX87" fmla="*/ 0 w 2928258"/>
              <a:gd name="connsiteY87" fmla="*/ 92868 h 437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2928258" h="437357">
                <a:moveTo>
                  <a:pt x="0" y="0"/>
                </a:moveTo>
                <a:lnTo>
                  <a:pt x="2928258" y="0"/>
                </a:lnTo>
                <a:lnTo>
                  <a:pt x="2928258" y="92868"/>
                </a:lnTo>
                <a:lnTo>
                  <a:pt x="2928258" y="151607"/>
                </a:lnTo>
                <a:lnTo>
                  <a:pt x="2928258" y="437357"/>
                </a:lnTo>
                <a:lnTo>
                  <a:pt x="2857502" y="437357"/>
                </a:lnTo>
                <a:lnTo>
                  <a:pt x="2857502" y="151607"/>
                </a:lnTo>
                <a:lnTo>
                  <a:pt x="2785381" y="151607"/>
                </a:lnTo>
                <a:lnTo>
                  <a:pt x="2785381" y="437357"/>
                </a:lnTo>
                <a:lnTo>
                  <a:pt x="2714625" y="437357"/>
                </a:lnTo>
                <a:lnTo>
                  <a:pt x="2714625" y="151607"/>
                </a:lnTo>
                <a:lnTo>
                  <a:pt x="2642506" y="151607"/>
                </a:lnTo>
                <a:lnTo>
                  <a:pt x="2642506" y="437357"/>
                </a:lnTo>
                <a:lnTo>
                  <a:pt x="2571750" y="437357"/>
                </a:lnTo>
                <a:lnTo>
                  <a:pt x="2571750" y="151607"/>
                </a:lnTo>
                <a:lnTo>
                  <a:pt x="2499631" y="151607"/>
                </a:lnTo>
                <a:lnTo>
                  <a:pt x="2499631" y="437357"/>
                </a:lnTo>
                <a:lnTo>
                  <a:pt x="2428875" y="437357"/>
                </a:lnTo>
                <a:lnTo>
                  <a:pt x="2428875" y="151607"/>
                </a:lnTo>
                <a:lnTo>
                  <a:pt x="2356756" y="151607"/>
                </a:lnTo>
                <a:lnTo>
                  <a:pt x="2356756" y="437357"/>
                </a:lnTo>
                <a:lnTo>
                  <a:pt x="2286000" y="437357"/>
                </a:lnTo>
                <a:lnTo>
                  <a:pt x="2286000" y="151607"/>
                </a:lnTo>
                <a:lnTo>
                  <a:pt x="2213881" y="151607"/>
                </a:lnTo>
                <a:lnTo>
                  <a:pt x="2213881" y="437357"/>
                </a:lnTo>
                <a:lnTo>
                  <a:pt x="2143125" y="437357"/>
                </a:lnTo>
                <a:lnTo>
                  <a:pt x="2143125" y="151607"/>
                </a:lnTo>
                <a:lnTo>
                  <a:pt x="2071006" y="151607"/>
                </a:lnTo>
                <a:lnTo>
                  <a:pt x="2071006" y="437357"/>
                </a:lnTo>
                <a:lnTo>
                  <a:pt x="2000250" y="437357"/>
                </a:lnTo>
                <a:lnTo>
                  <a:pt x="2000250" y="151607"/>
                </a:lnTo>
                <a:lnTo>
                  <a:pt x="1928131" y="151607"/>
                </a:lnTo>
                <a:lnTo>
                  <a:pt x="1928131" y="437357"/>
                </a:lnTo>
                <a:lnTo>
                  <a:pt x="1857375" y="437357"/>
                </a:lnTo>
                <a:lnTo>
                  <a:pt x="1857375" y="151607"/>
                </a:lnTo>
                <a:lnTo>
                  <a:pt x="1785256" y="151607"/>
                </a:lnTo>
                <a:lnTo>
                  <a:pt x="1785256" y="437357"/>
                </a:lnTo>
                <a:lnTo>
                  <a:pt x="1714500" y="437357"/>
                </a:lnTo>
                <a:lnTo>
                  <a:pt x="1714500" y="151607"/>
                </a:lnTo>
                <a:lnTo>
                  <a:pt x="1642381" y="151607"/>
                </a:lnTo>
                <a:lnTo>
                  <a:pt x="1642381" y="437357"/>
                </a:lnTo>
                <a:lnTo>
                  <a:pt x="1571625" y="437357"/>
                </a:lnTo>
                <a:lnTo>
                  <a:pt x="1571625" y="151607"/>
                </a:lnTo>
                <a:lnTo>
                  <a:pt x="1499506" y="151607"/>
                </a:lnTo>
                <a:lnTo>
                  <a:pt x="1499506" y="437357"/>
                </a:lnTo>
                <a:lnTo>
                  <a:pt x="1428750" y="437357"/>
                </a:lnTo>
                <a:lnTo>
                  <a:pt x="1428750" y="151607"/>
                </a:lnTo>
                <a:lnTo>
                  <a:pt x="1356631" y="151607"/>
                </a:lnTo>
                <a:lnTo>
                  <a:pt x="1356631" y="437357"/>
                </a:lnTo>
                <a:lnTo>
                  <a:pt x="1285875" y="437357"/>
                </a:lnTo>
                <a:lnTo>
                  <a:pt x="1285875" y="151607"/>
                </a:lnTo>
                <a:lnTo>
                  <a:pt x="1213756" y="151607"/>
                </a:lnTo>
                <a:lnTo>
                  <a:pt x="1213756" y="437357"/>
                </a:lnTo>
                <a:lnTo>
                  <a:pt x="1143000" y="437357"/>
                </a:lnTo>
                <a:lnTo>
                  <a:pt x="1143000" y="151607"/>
                </a:lnTo>
                <a:lnTo>
                  <a:pt x="1070881" y="151607"/>
                </a:lnTo>
                <a:lnTo>
                  <a:pt x="1070881" y="437357"/>
                </a:lnTo>
                <a:lnTo>
                  <a:pt x="1000125" y="437357"/>
                </a:lnTo>
                <a:lnTo>
                  <a:pt x="1000125" y="151607"/>
                </a:lnTo>
                <a:lnTo>
                  <a:pt x="928006" y="151607"/>
                </a:lnTo>
                <a:lnTo>
                  <a:pt x="928006" y="437357"/>
                </a:lnTo>
                <a:lnTo>
                  <a:pt x="857250" y="437357"/>
                </a:lnTo>
                <a:lnTo>
                  <a:pt x="857250" y="151607"/>
                </a:lnTo>
                <a:lnTo>
                  <a:pt x="785131" y="151607"/>
                </a:lnTo>
                <a:lnTo>
                  <a:pt x="785131" y="437357"/>
                </a:lnTo>
                <a:lnTo>
                  <a:pt x="714375" y="437357"/>
                </a:lnTo>
                <a:lnTo>
                  <a:pt x="714375" y="151607"/>
                </a:lnTo>
                <a:lnTo>
                  <a:pt x="642256" y="151607"/>
                </a:lnTo>
                <a:lnTo>
                  <a:pt x="642256" y="437357"/>
                </a:lnTo>
                <a:lnTo>
                  <a:pt x="571500" y="437357"/>
                </a:lnTo>
                <a:lnTo>
                  <a:pt x="571500" y="151607"/>
                </a:lnTo>
                <a:lnTo>
                  <a:pt x="499381" y="151607"/>
                </a:lnTo>
                <a:lnTo>
                  <a:pt x="499381" y="437357"/>
                </a:lnTo>
                <a:lnTo>
                  <a:pt x="428625" y="437357"/>
                </a:lnTo>
                <a:lnTo>
                  <a:pt x="428625" y="151607"/>
                </a:lnTo>
                <a:lnTo>
                  <a:pt x="356506" y="151607"/>
                </a:lnTo>
                <a:lnTo>
                  <a:pt x="356506" y="437357"/>
                </a:lnTo>
                <a:lnTo>
                  <a:pt x="285750" y="437357"/>
                </a:lnTo>
                <a:lnTo>
                  <a:pt x="285750" y="151607"/>
                </a:lnTo>
                <a:lnTo>
                  <a:pt x="213631" y="151607"/>
                </a:lnTo>
                <a:lnTo>
                  <a:pt x="213631" y="437357"/>
                </a:lnTo>
                <a:lnTo>
                  <a:pt x="142875" y="437357"/>
                </a:lnTo>
                <a:lnTo>
                  <a:pt x="142875" y="151607"/>
                </a:lnTo>
                <a:lnTo>
                  <a:pt x="70756" y="151607"/>
                </a:lnTo>
                <a:lnTo>
                  <a:pt x="70756" y="437357"/>
                </a:lnTo>
                <a:lnTo>
                  <a:pt x="0" y="437357"/>
                </a:lnTo>
                <a:lnTo>
                  <a:pt x="0" y="151607"/>
                </a:lnTo>
                <a:lnTo>
                  <a:pt x="0" y="928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EC5A4EA-FAD4-62E6-8087-9F30C2F646FD}"/>
              </a:ext>
            </a:extLst>
          </p:cNvPr>
          <p:cNvSpPr/>
          <p:nvPr/>
        </p:nvSpPr>
        <p:spPr>
          <a:xfrm>
            <a:off x="8227900" y="2297251"/>
            <a:ext cx="2928257" cy="12942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E83B215-9E48-FFC0-1467-3DC4F69346D3}"/>
              </a:ext>
            </a:extLst>
          </p:cNvPr>
          <p:cNvSpPr/>
          <p:nvPr/>
        </p:nvSpPr>
        <p:spPr>
          <a:xfrm>
            <a:off x="8782920" y="2254753"/>
            <a:ext cx="1818217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F59D4B2-02EF-C5C9-F83B-6DCCB1A1A221}"/>
              </a:ext>
            </a:extLst>
          </p:cNvPr>
          <p:cNvSpPr/>
          <p:nvPr/>
        </p:nvSpPr>
        <p:spPr>
          <a:xfrm>
            <a:off x="8782919" y="2188078"/>
            <a:ext cx="1818218" cy="710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416BFE9-D999-E934-AE06-22C929D2D8BD}"/>
              </a:ext>
            </a:extLst>
          </p:cNvPr>
          <p:cNvSpPr/>
          <p:nvPr/>
        </p:nvSpPr>
        <p:spPr>
          <a:xfrm>
            <a:off x="8713675" y="2121403"/>
            <a:ext cx="1956706" cy="710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9C588F7-427A-2510-FF7F-B14CCF1D9663}"/>
              </a:ext>
            </a:extLst>
          </p:cNvPr>
          <p:cNvSpPr/>
          <p:nvPr/>
        </p:nvSpPr>
        <p:spPr>
          <a:xfrm>
            <a:off x="8782919" y="2061132"/>
            <a:ext cx="191144" cy="710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59B65B1-DC1F-0E18-19FF-87A9A1B201A1}"/>
              </a:ext>
            </a:extLst>
          </p:cNvPr>
          <p:cNvSpPr/>
          <p:nvPr/>
        </p:nvSpPr>
        <p:spPr>
          <a:xfrm>
            <a:off x="10409993" y="2061132"/>
            <a:ext cx="191144" cy="710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290594A-127F-33F0-80C5-4AFEDEFE48A2}"/>
              </a:ext>
            </a:extLst>
          </p:cNvPr>
          <p:cNvSpPr/>
          <p:nvPr/>
        </p:nvSpPr>
        <p:spPr>
          <a:xfrm>
            <a:off x="9802032" y="2061132"/>
            <a:ext cx="387955" cy="710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DE2FA7C-E256-872B-8F4B-FFEEF8901762}"/>
              </a:ext>
            </a:extLst>
          </p:cNvPr>
          <p:cNvSpPr/>
          <p:nvPr/>
        </p:nvSpPr>
        <p:spPr>
          <a:xfrm>
            <a:off x="9194070" y="2061132"/>
            <a:ext cx="387955" cy="710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EB5047C-9472-3F5B-3F23-B548D74512B8}"/>
              </a:ext>
            </a:extLst>
          </p:cNvPr>
          <p:cNvSpPr/>
          <p:nvPr/>
        </p:nvSpPr>
        <p:spPr>
          <a:xfrm>
            <a:off x="9234426" y="1996839"/>
            <a:ext cx="307244" cy="710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5CF96D9-1A3B-030D-B046-619177B9EE4F}"/>
              </a:ext>
            </a:extLst>
          </p:cNvPr>
          <p:cNvSpPr/>
          <p:nvPr/>
        </p:nvSpPr>
        <p:spPr>
          <a:xfrm>
            <a:off x="9842387" y="1996839"/>
            <a:ext cx="307244" cy="710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자유형: 도형 89">
            <a:extLst>
              <a:ext uri="{FF2B5EF4-FFF2-40B4-BE49-F238E27FC236}">
                <a16:creationId xmlns:a16="http://schemas.microsoft.com/office/drawing/2014/main" id="{416F6170-72BA-39B8-DD47-D45D14B68E15}"/>
              </a:ext>
            </a:extLst>
          </p:cNvPr>
          <p:cNvSpPr/>
          <p:nvPr/>
        </p:nvSpPr>
        <p:spPr>
          <a:xfrm>
            <a:off x="8882063" y="1856590"/>
            <a:ext cx="414337" cy="208093"/>
          </a:xfrm>
          <a:custGeom>
            <a:avLst/>
            <a:gdLst>
              <a:gd name="connsiteX0" fmla="*/ 0 w 414337"/>
              <a:gd name="connsiteY0" fmla="*/ 208093 h 208093"/>
              <a:gd name="connsiteX1" fmla="*/ 254793 w 414337"/>
              <a:gd name="connsiteY1" fmla="*/ 924 h 208093"/>
              <a:gd name="connsiteX2" fmla="*/ 414337 w 414337"/>
              <a:gd name="connsiteY2" fmla="*/ 146181 h 208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4337" h="208093">
                <a:moveTo>
                  <a:pt x="0" y="208093"/>
                </a:moveTo>
                <a:cubicBezTo>
                  <a:pt x="92868" y="109668"/>
                  <a:pt x="185737" y="11243"/>
                  <a:pt x="254793" y="924"/>
                </a:cubicBezTo>
                <a:cubicBezTo>
                  <a:pt x="323849" y="-9395"/>
                  <a:pt x="369093" y="68393"/>
                  <a:pt x="414337" y="14618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자유형: 도형 90">
            <a:extLst>
              <a:ext uri="{FF2B5EF4-FFF2-40B4-BE49-F238E27FC236}">
                <a16:creationId xmlns:a16="http://schemas.microsoft.com/office/drawing/2014/main" id="{1031ABE3-DA3F-272F-B223-B987BC0C9705}"/>
              </a:ext>
            </a:extLst>
          </p:cNvPr>
          <p:cNvSpPr/>
          <p:nvPr/>
        </p:nvSpPr>
        <p:spPr>
          <a:xfrm>
            <a:off x="9513094" y="1867038"/>
            <a:ext cx="371475" cy="133351"/>
          </a:xfrm>
          <a:custGeom>
            <a:avLst/>
            <a:gdLst>
              <a:gd name="connsiteX0" fmla="*/ 0 w 371475"/>
              <a:gd name="connsiteY0" fmla="*/ 133351 h 133351"/>
              <a:gd name="connsiteX1" fmla="*/ 176212 w 371475"/>
              <a:gd name="connsiteY1" fmla="*/ 1 h 133351"/>
              <a:gd name="connsiteX2" fmla="*/ 371475 w 371475"/>
              <a:gd name="connsiteY2" fmla="*/ 130970 h 13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475" h="133351">
                <a:moveTo>
                  <a:pt x="0" y="133351"/>
                </a:moveTo>
                <a:cubicBezTo>
                  <a:pt x="57150" y="66874"/>
                  <a:pt x="114300" y="398"/>
                  <a:pt x="176212" y="1"/>
                </a:cubicBezTo>
                <a:cubicBezTo>
                  <a:pt x="238124" y="-396"/>
                  <a:pt x="304799" y="65287"/>
                  <a:pt x="371475" y="13097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자유형: 도형 91">
            <a:extLst>
              <a:ext uri="{FF2B5EF4-FFF2-40B4-BE49-F238E27FC236}">
                <a16:creationId xmlns:a16="http://schemas.microsoft.com/office/drawing/2014/main" id="{9772E08D-9FD5-3EAA-1E49-8B7BB9CC9F44}"/>
              </a:ext>
            </a:extLst>
          </p:cNvPr>
          <p:cNvSpPr/>
          <p:nvPr/>
        </p:nvSpPr>
        <p:spPr>
          <a:xfrm>
            <a:off x="10127456" y="1870631"/>
            <a:ext cx="326232" cy="196433"/>
          </a:xfrm>
          <a:custGeom>
            <a:avLst/>
            <a:gdLst>
              <a:gd name="connsiteX0" fmla="*/ 0 w 326232"/>
              <a:gd name="connsiteY0" fmla="*/ 129758 h 196433"/>
              <a:gd name="connsiteX1" fmla="*/ 142875 w 326232"/>
              <a:gd name="connsiteY1" fmla="*/ 1171 h 196433"/>
              <a:gd name="connsiteX2" fmla="*/ 326232 w 326232"/>
              <a:gd name="connsiteY2" fmla="*/ 196433 h 196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6232" h="196433">
                <a:moveTo>
                  <a:pt x="0" y="129758"/>
                </a:moveTo>
                <a:cubicBezTo>
                  <a:pt x="44251" y="59908"/>
                  <a:pt x="88503" y="-9941"/>
                  <a:pt x="142875" y="1171"/>
                </a:cubicBezTo>
                <a:cubicBezTo>
                  <a:pt x="197247" y="12283"/>
                  <a:pt x="261739" y="104358"/>
                  <a:pt x="326232" y="19643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왼쪽 대괄호 92">
            <a:extLst>
              <a:ext uri="{FF2B5EF4-FFF2-40B4-BE49-F238E27FC236}">
                <a16:creationId xmlns:a16="http://schemas.microsoft.com/office/drawing/2014/main" id="{7966399B-ECD5-70D2-564C-995C8605981D}"/>
              </a:ext>
            </a:extLst>
          </p:cNvPr>
          <p:cNvSpPr/>
          <p:nvPr/>
        </p:nvSpPr>
        <p:spPr>
          <a:xfrm>
            <a:off x="8627269" y="2061617"/>
            <a:ext cx="45719" cy="184295"/>
          </a:xfrm>
          <a:prstGeom prst="leftBracket">
            <a:avLst>
              <a:gd name="adj" fmla="val 15514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왼쪽 대괄호 93">
            <a:extLst>
              <a:ext uri="{FF2B5EF4-FFF2-40B4-BE49-F238E27FC236}">
                <a16:creationId xmlns:a16="http://schemas.microsoft.com/office/drawing/2014/main" id="{1DEFE56B-6A57-9341-5491-4E771915AADC}"/>
              </a:ext>
            </a:extLst>
          </p:cNvPr>
          <p:cNvSpPr/>
          <p:nvPr/>
        </p:nvSpPr>
        <p:spPr>
          <a:xfrm>
            <a:off x="8146255" y="2293232"/>
            <a:ext cx="45720" cy="125876"/>
          </a:xfrm>
          <a:prstGeom prst="leftBracket">
            <a:avLst>
              <a:gd name="adj" fmla="val 15514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왼쪽 대괄호 94">
            <a:extLst>
              <a:ext uri="{FF2B5EF4-FFF2-40B4-BE49-F238E27FC236}">
                <a16:creationId xmlns:a16="http://schemas.microsoft.com/office/drawing/2014/main" id="{398E2F7D-2DBE-C63C-C4F5-DB1BE82A483C}"/>
              </a:ext>
            </a:extLst>
          </p:cNvPr>
          <p:cNvSpPr/>
          <p:nvPr/>
        </p:nvSpPr>
        <p:spPr>
          <a:xfrm>
            <a:off x="8146255" y="2434163"/>
            <a:ext cx="45720" cy="434561"/>
          </a:xfrm>
          <a:prstGeom prst="leftBracket">
            <a:avLst>
              <a:gd name="adj" fmla="val 15514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BE16B80-8F64-DF62-DB07-27560C073AC7}"/>
              </a:ext>
            </a:extLst>
          </p:cNvPr>
          <p:cNvSpPr txBox="1"/>
          <p:nvPr/>
        </p:nvSpPr>
        <p:spPr>
          <a:xfrm>
            <a:off x="7913138" y="2031027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Substrate</a:t>
            </a:r>
            <a:endParaRPr lang="ko-KR" altLang="en-US" sz="100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8D9CC06-68A6-A9A5-789E-F9BA27F1A9EB}"/>
              </a:ext>
            </a:extLst>
          </p:cNvPr>
          <p:cNvSpPr txBox="1"/>
          <p:nvPr/>
        </p:nvSpPr>
        <p:spPr>
          <a:xfrm>
            <a:off x="7414565" y="2228671"/>
            <a:ext cx="7505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Baseplate</a:t>
            </a:r>
            <a:endParaRPr lang="ko-KR" altLang="en-US" sz="100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10F6C42-EACF-3D3E-DC47-3EF8D8865DAF}"/>
              </a:ext>
            </a:extLst>
          </p:cNvPr>
          <p:cNvSpPr txBox="1"/>
          <p:nvPr/>
        </p:nvSpPr>
        <p:spPr>
          <a:xfrm>
            <a:off x="7418572" y="2552521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sink</a:t>
            </a:r>
            <a:endParaRPr lang="ko-KR" altLang="en-US" sz="100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7CE282B-80B9-E919-2CBF-B0DE989397C1}"/>
              </a:ext>
            </a:extLst>
          </p:cNvPr>
          <p:cNvSpPr txBox="1"/>
          <p:nvPr/>
        </p:nvSpPr>
        <p:spPr>
          <a:xfrm>
            <a:off x="7651085" y="1309007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Forced heat gen.</a:t>
            </a:r>
          </a:p>
          <a:p>
            <a:pPr algn="ctr"/>
            <a:r>
              <a:rPr lang="en-US" altLang="ko-KR" sz="10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from IGBT/MOSFET</a:t>
            </a:r>
            <a:endParaRPr lang="ko-KR" altLang="en-US" sz="10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44FFAD7-56C9-7C0C-8160-124E1F579A4D}"/>
              </a:ext>
            </a:extLst>
          </p:cNvPr>
          <p:cNvCxnSpPr>
            <a:cxnSpLocks/>
          </p:cNvCxnSpPr>
          <p:nvPr/>
        </p:nvCxnSpPr>
        <p:spPr>
          <a:xfrm>
            <a:off x="9002806" y="1645024"/>
            <a:ext cx="376894" cy="342128"/>
          </a:xfrm>
          <a:prstGeom prst="line">
            <a:avLst/>
          </a:prstGeom>
          <a:ln w="158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12893DF-AB34-29D1-5539-58B25FA14605}"/>
              </a:ext>
            </a:extLst>
          </p:cNvPr>
          <p:cNvSpPr txBox="1"/>
          <p:nvPr/>
        </p:nvSpPr>
        <p:spPr>
          <a:xfrm>
            <a:off x="11118699" y="2552521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Coolant</a:t>
            </a:r>
            <a:endParaRPr lang="ko-KR" altLang="en-US" sz="100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8711E1C-ABFF-C075-C669-2C64F4726ED4}"/>
              </a:ext>
            </a:extLst>
          </p:cNvPr>
          <p:cNvSpPr txBox="1"/>
          <p:nvPr/>
        </p:nvSpPr>
        <p:spPr>
          <a:xfrm>
            <a:off x="10550172" y="528562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Oil</a:t>
            </a:r>
            <a:endParaRPr lang="ko-KR" altLang="en-US" sz="1000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88C0A455-0D26-6B1A-D77C-FE4D3C792245}"/>
              </a:ext>
            </a:extLst>
          </p:cNvPr>
          <p:cNvCxnSpPr/>
          <p:nvPr/>
        </p:nvCxnSpPr>
        <p:spPr>
          <a:xfrm>
            <a:off x="10547096" y="5084108"/>
            <a:ext cx="0" cy="3429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DD837B2-3686-87AF-8E75-8B58F0B9F73E}"/>
              </a:ext>
            </a:extLst>
          </p:cNvPr>
          <p:cNvCxnSpPr>
            <a:cxnSpLocks/>
          </p:cNvCxnSpPr>
          <p:nvPr/>
        </p:nvCxnSpPr>
        <p:spPr>
          <a:xfrm>
            <a:off x="11217907" y="2788583"/>
            <a:ext cx="4495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BD3E569-FEB5-C638-C408-85FF0AF539C4}"/>
              </a:ext>
            </a:extLst>
          </p:cNvPr>
          <p:cNvSpPr txBox="1"/>
          <p:nvPr/>
        </p:nvSpPr>
        <p:spPr>
          <a:xfrm>
            <a:off x="8785908" y="2931421"/>
            <a:ext cx="17972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transfer from inverter</a:t>
            </a:r>
            <a:endParaRPr lang="ko-KR" altLang="en-US" sz="10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B39804D-7F7A-9B02-3FA3-4AF1BEC058E9}"/>
              </a:ext>
            </a:extLst>
          </p:cNvPr>
          <p:cNvSpPr txBox="1"/>
          <p:nvPr/>
        </p:nvSpPr>
        <p:spPr>
          <a:xfrm>
            <a:off x="8612429" y="5472914"/>
            <a:ext cx="21980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Heat transfer from traction motor</a:t>
            </a:r>
            <a:endParaRPr lang="ko-KR" altLang="en-US" sz="1000" b="1"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07" name="화살표: 아래쪽 106">
            <a:extLst>
              <a:ext uri="{FF2B5EF4-FFF2-40B4-BE49-F238E27FC236}">
                <a16:creationId xmlns:a16="http://schemas.microsoft.com/office/drawing/2014/main" id="{CD17C0DD-842C-85F3-5C18-C8C14329FB2F}"/>
              </a:ext>
            </a:extLst>
          </p:cNvPr>
          <p:cNvSpPr/>
          <p:nvPr/>
        </p:nvSpPr>
        <p:spPr>
          <a:xfrm>
            <a:off x="9002311" y="2222500"/>
            <a:ext cx="1360889" cy="425450"/>
          </a:xfrm>
          <a:prstGeom prst="downArrow">
            <a:avLst/>
          </a:prstGeom>
          <a:gradFill flip="none" rotWithShape="1">
            <a:gsLst>
              <a:gs pos="100000">
                <a:srgbClr val="C00000"/>
              </a:gs>
              <a:gs pos="0">
                <a:schemeClr val="bg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8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3034</TotalTime>
  <Words>156</Words>
  <Application>Microsoft Office PowerPoint</Application>
  <PresentationFormat>와이드스크린</PresentationFormat>
  <Paragraphs>73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박수환/기계로봇에너지공학과</dc:creator>
  <cp:lastModifiedBy>박수환/기계로봇에너지공학과</cp:lastModifiedBy>
  <cp:revision>1</cp:revision>
  <dcterms:created xsi:type="dcterms:W3CDTF">2026-09-04T04:51:55Z</dcterms:created>
  <dcterms:modified xsi:type="dcterms:W3CDTF">2026-09-06T07:26:43Z</dcterms:modified>
</cp:coreProperties>
</file>